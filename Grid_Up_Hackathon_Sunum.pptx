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2"/>
    <p:sldMasterId id="2147483660" r:id="rId3"/>
  </p:sldMasterIdLst>
  <p:notesMasterIdLst>
    <p:notesMasterId r:id="rId21"/>
  </p:notesMasterIdLst>
  <p:sldIdLst>
    <p:sldId id="256" r:id="rId4"/>
    <p:sldId id="262" r:id="rId5"/>
    <p:sldId id="2147377340" r:id="rId6"/>
    <p:sldId id="2147377341" r:id="rId7"/>
    <p:sldId id="2147377342" r:id="rId8"/>
    <p:sldId id="2147377348" r:id="rId9"/>
    <p:sldId id="2147377343" r:id="rId10"/>
    <p:sldId id="2147377347" r:id="rId11"/>
    <p:sldId id="2147377345" r:id="rId12"/>
    <p:sldId id="2147377346" r:id="rId13"/>
    <p:sldId id="2147377344" r:id="rId14"/>
    <p:sldId id="2147377351" r:id="rId15"/>
    <p:sldId id="2147377349" r:id="rId16"/>
    <p:sldId id="2147377350" r:id="rId17"/>
    <p:sldId id="259" r:id="rId18"/>
    <p:sldId id="260" r:id="rId19"/>
    <p:sldId id="261" r:id="rId20"/>
  </p:sldIdLst>
  <p:sldSz cx="12192000" cy="6858000"/>
  <p:notesSz cx="6858000" cy="9144000"/>
  <p:defaultTextStyle>
    <a:defPPr>
      <a:defRPr lang="tr-T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CAF17105-3C92-B1FC-1EB1-9C7567B5BE9F}" name="Elif GÖKÇE" initials="EG" userId="S::elif.gokce@admelektrik.com.tr::4ddb4177-4e4b-41f5-a7a0-87452949c2b6"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C6619"/>
    <a:srgbClr val="05AC69"/>
    <a:srgbClr val="003CA6"/>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8DE8C73-4C1E-2C4D-913D-189D69AC8DDC}" v="183" dt="2026-08-19T21:02:43.046"/>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3872"/>
    <p:restoredTop sz="92857" autoAdjust="0"/>
  </p:normalViewPr>
  <p:slideViewPr>
    <p:cSldViewPr snapToGrid="0">
      <p:cViewPr varScale="1">
        <p:scale>
          <a:sx n="76" d="100"/>
          <a:sy n="76" d="100"/>
        </p:scale>
        <p:origin x="994" y="43"/>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5.xml"/><Relationship Id="rId13" Type="http://schemas.openxmlformats.org/officeDocument/2006/relationships/slide" Target="slides/slide10.xml"/><Relationship Id="rId18" Type="http://schemas.openxmlformats.org/officeDocument/2006/relationships/slide" Target="slides/slide15.xml"/><Relationship Id="rId26" Type="http://schemas.microsoft.com/office/2015/10/relationships/revisionInfo" Target="revisionInfo.xml"/><Relationship Id="rId3" Type="http://schemas.openxmlformats.org/officeDocument/2006/relationships/slideMaster" Target="slideMasters/slideMaster2.xml"/><Relationship Id="rId21" Type="http://schemas.openxmlformats.org/officeDocument/2006/relationships/notesMaster" Target="notesMasters/notesMaster1.xml"/><Relationship Id="rId7" Type="http://schemas.openxmlformats.org/officeDocument/2006/relationships/slide" Target="slides/slide4.xml"/><Relationship Id="rId12" Type="http://schemas.openxmlformats.org/officeDocument/2006/relationships/slide" Target="slides/slide9.xml"/><Relationship Id="rId17" Type="http://schemas.openxmlformats.org/officeDocument/2006/relationships/slide" Target="slides/slide14.xml"/><Relationship Id="rId25" Type="http://schemas.openxmlformats.org/officeDocument/2006/relationships/tableStyles" Target="tableStyles.xml"/><Relationship Id="rId2" Type="http://schemas.openxmlformats.org/officeDocument/2006/relationships/slideMaster" Target="slideMasters/slideMaster1.xml"/><Relationship Id="rId16" Type="http://schemas.openxmlformats.org/officeDocument/2006/relationships/slide" Target="slides/slide13.xml"/><Relationship Id="rId20" Type="http://schemas.openxmlformats.org/officeDocument/2006/relationships/slide" Target="slides/slide17.xml"/><Relationship Id="rId1" Type="http://schemas.openxmlformats.org/officeDocument/2006/relationships/customXml" Target="../customXml/item1.xml"/><Relationship Id="rId6" Type="http://schemas.openxmlformats.org/officeDocument/2006/relationships/slide" Target="slides/slide3.xml"/><Relationship Id="rId11" Type="http://schemas.openxmlformats.org/officeDocument/2006/relationships/slide" Target="slides/slide8.xml"/><Relationship Id="rId24" Type="http://schemas.openxmlformats.org/officeDocument/2006/relationships/theme" Target="theme/theme1.xml"/><Relationship Id="rId5" Type="http://schemas.openxmlformats.org/officeDocument/2006/relationships/slide" Target="slides/slide2.xml"/><Relationship Id="rId15" Type="http://schemas.openxmlformats.org/officeDocument/2006/relationships/slide" Target="slides/slide12.xml"/><Relationship Id="rId23" Type="http://schemas.openxmlformats.org/officeDocument/2006/relationships/viewProps" Target="viewProps.xml"/><Relationship Id="rId10" Type="http://schemas.openxmlformats.org/officeDocument/2006/relationships/slide" Target="slides/slide7.xml"/><Relationship Id="rId19" Type="http://schemas.openxmlformats.org/officeDocument/2006/relationships/slide" Target="slides/slide16.xml"/><Relationship Id="rId4" Type="http://schemas.openxmlformats.org/officeDocument/2006/relationships/slide" Target="slides/slide1.xml"/><Relationship Id="rId9" Type="http://schemas.openxmlformats.org/officeDocument/2006/relationships/slide" Target="slides/slide6.xml"/><Relationship Id="rId14" Type="http://schemas.openxmlformats.org/officeDocument/2006/relationships/slide" Target="slides/slide11.xml"/><Relationship Id="rId22" Type="http://schemas.openxmlformats.org/officeDocument/2006/relationships/presProps" Target="presProps.xml"/><Relationship Id="rId27" Type="http://schemas.microsoft.com/office/2018/10/relationships/authors" Target="author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Üst Bilgi Yer Tutucusu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tr-TR"/>
          </a:p>
        </p:txBody>
      </p:sp>
      <p:sp>
        <p:nvSpPr>
          <p:cNvPr id="3" name="Veri Yer Tutucusu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C5072DD-BA49-4B1A-B3C6-3FB343411016}" type="datetimeFigureOut">
              <a:rPr lang="tr-TR" smtClean="0"/>
              <a:t>10.09.2026</a:t>
            </a:fld>
            <a:endParaRPr lang="tr-TR"/>
          </a:p>
        </p:txBody>
      </p:sp>
      <p:sp>
        <p:nvSpPr>
          <p:cNvPr id="4" name="Slayt Resmi Yer Tutucusu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tr-TR"/>
          </a:p>
        </p:txBody>
      </p:sp>
      <p:sp>
        <p:nvSpPr>
          <p:cNvPr id="5" name="Not Yer Tutucusu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p>
        </p:txBody>
      </p:sp>
      <p:sp>
        <p:nvSpPr>
          <p:cNvPr id="6" name="Alt Bilgi Yer Tutucusu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tr-TR"/>
          </a:p>
        </p:txBody>
      </p:sp>
      <p:sp>
        <p:nvSpPr>
          <p:cNvPr id="7" name="Slayt Numarası Yer Tutucusu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34A1A55-7F0A-4952-A95E-69F484774738}" type="slidenum">
              <a:rPr lang="tr-TR" smtClean="0"/>
              <a:t>‹#›</a:t>
            </a:fld>
            <a:endParaRPr lang="tr-TR"/>
          </a:p>
        </p:txBody>
      </p:sp>
    </p:spTree>
    <p:extLst>
      <p:ext uri="{BB962C8B-B14F-4D97-AF65-F5344CB8AC3E}">
        <p14:creationId xmlns:p14="http://schemas.microsoft.com/office/powerpoint/2010/main" val="93596353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Resmi Yer Tutucusu 1"/>
          <p:cNvSpPr>
            <a:spLocks noGrp="1" noRot="1" noChangeAspect="1"/>
          </p:cNvSpPr>
          <p:nvPr>
            <p:ph type="sldImg"/>
          </p:nvPr>
        </p:nvSpPr>
        <p:spPr/>
      </p:sp>
      <p:sp>
        <p:nvSpPr>
          <p:cNvPr id="3" name="Not Yer Tutucusu 2"/>
          <p:cNvSpPr>
            <a:spLocks noGrp="1"/>
          </p:cNvSpPr>
          <p:nvPr>
            <p:ph type="body" idx="1"/>
          </p:nvPr>
        </p:nvSpPr>
        <p:spPr/>
        <p:txBody>
          <a:bodyPr/>
          <a:lstStyle/>
          <a:p>
            <a:endParaRPr lang="tr-TR" dirty="0"/>
          </a:p>
        </p:txBody>
      </p:sp>
      <p:sp>
        <p:nvSpPr>
          <p:cNvPr id="4" name="Slayt Numarası Yer Tutucusu 3"/>
          <p:cNvSpPr>
            <a:spLocks noGrp="1"/>
          </p:cNvSpPr>
          <p:nvPr>
            <p:ph type="sldNum" sz="quarter" idx="5"/>
          </p:nvPr>
        </p:nvSpPr>
        <p:spPr/>
        <p:txBody>
          <a:bodyPr/>
          <a:lstStyle/>
          <a:p>
            <a:fld id="{D34A1A55-7F0A-4952-A95E-69F484774738}" type="slidenum">
              <a:rPr lang="tr-TR" smtClean="0"/>
              <a:t>1</a:t>
            </a:fld>
            <a:endParaRPr lang="tr-TR"/>
          </a:p>
        </p:txBody>
      </p:sp>
    </p:spTree>
    <p:extLst>
      <p:ext uri="{BB962C8B-B14F-4D97-AF65-F5344CB8AC3E}">
        <p14:creationId xmlns:p14="http://schemas.microsoft.com/office/powerpoint/2010/main" val="209708890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Resmi Yer Tutucusu 1"/>
          <p:cNvSpPr>
            <a:spLocks noGrp="1" noRot="1" noChangeAspect="1"/>
          </p:cNvSpPr>
          <p:nvPr>
            <p:ph type="sldImg"/>
          </p:nvPr>
        </p:nvSpPr>
        <p:spPr/>
      </p:sp>
      <p:sp>
        <p:nvSpPr>
          <p:cNvPr id="3" name="Not Yer Tutucusu 2"/>
          <p:cNvSpPr>
            <a:spLocks noGrp="1"/>
          </p:cNvSpPr>
          <p:nvPr>
            <p:ph type="body" idx="1"/>
          </p:nvPr>
        </p:nvSpPr>
        <p:spPr/>
        <p:txBody>
          <a:bodyPr/>
          <a:lstStyle/>
          <a:p>
            <a:endParaRPr lang="tr-TR" dirty="0"/>
          </a:p>
        </p:txBody>
      </p:sp>
      <p:sp>
        <p:nvSpPr>
          <p:cNvPr id="4" name="Slayt Numarası Yer Tutucusu 3"/>
          <p:cNvSpPr>
            <a:spLocks noGrp="1"/>
          </p:cNvSpPr>
          <p:nvPr>
            <p:ph type="sldNum" sz="quarter" idx="5"/>
          </p:nvPr>
        </p:nvSpPr>
        <p:spPr/>
        <p:txBody>
          <a:bodyPr/>
          <a:lstStyle/>
          <a:p>
            <a:fld id="{D34A1A55-7F0A-4952-A95E-69F484774738}" type="slidenum">
              <a:rPr lang="tr-TR" smtClean="0"/>
              <a:t>7</a:t>
            </a:fld>
            <a:endParaRPr lang="tr-TR"/>
          </a:p>
        </p:txBody>
      </p:sp>
    </p:spTree>
    <p:extLst>
      <p:ext uri="{BB962C8B-B14F-4D97-AF65-F5344CB8AC3E}">
        <p14:creationId xmlns:p14="http://schemas.microsoft.com/office/powerpoint/2010/main" val="313879007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Başlık Slaydı">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6C7755BC-D772-6235-57BF-B35D972909DC}"/>
              </a:ext>
            </a:extLst>
          </p:cNvPr>
          <p:cNvSpPr>
            <a:spLocks noGrp="1"/>
          </p:cNvSpPr>
          <p:nvPr>
            <p:ph type="ctrTitle"/>
          </p:nvPr>
        </p:nvSpPr>
        <p:spPr>
          <a:xfrm>
            <a:off x="1524000" y="1122363"/>
            <a:ext cx="9144000" cy="2387600"/>
          </a:xfrm>
        </p:spPr>
        <p:txBody>
          <a:bodyPr anchor="b"/>
          <a:lstStyle>
            <a:lvl1pPr algn="ctr">
              <a:defRPr sz="6000"/>
            </a:lvl1pPr>
          </a:lstStyle>
          <a:p>
            <a:r>
              <a:rPr lang="tr-TR"/>
              <a:t>Asıl başlık stilini düzenlemek için tıklayın</a:t>
            </a:r>
          </a:p>
        </p:txBody>
      </p:sp>
      <p:sp>
        <p:nvSpPr>
          <p:cNvPr id="3" name="Alt Başlık 2">
            <a:extLst>
              <a:ext uri="{FF2B5EF4-FFF2-40B4-BE49-F238E27FC236}">
                <a16:creationId xmlns:a16="http://schemas.microsoft.com/office/drawing/2014/main" id="{C277E8EA-D9FF-32C9-F985-55102721CF71}"/>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tr-TR"/>
              <a:t>Asıl alt başlık stilini düzenlemek için tıklayın</a:t>
            </a:r>
          </a:p>
        </p:txBody>
      </p:sp>
      <p:sp>
        <p:nvSpPr>
          <p:cNvPr id="4" name="Veri Yer Tutucusu 3">
            <a:extLst>
              <a:ext uri="{FF2B5EF4-FFF2-40B4-BE49-F238E27FC236}">
                <a16:creationId xmlns:a16="http://schemas.microsoft.com/office/drawing/2014/main" id="{90AB6947-39BC-BCBE-2303-EE0001048B51}"/>
              </a:ext>
            </a:extLst>
          </p:cNvPr>
          <p:cNvSpPr>
            <a:spLocks noGrp="1"/>
          </p:cNvSpPr>
          <p:nvPr>
            <p:ph type="dt" sz="half" idx="10"/>
          </p:nvPr>
        </p:nvSpPr>
        <p:spPr/>
        <p:txBody>
          <a:bodyPr/>
          <a:lstStyle/>
          <a:p>
            <a:fld id="{B8B61AC2-5D60-6B4A-8368-87448AD860EB}" type="datetimeFigureOut">
              <a:rPr lang="tr-TR" smtClean="0"/>
              <a:t>10.09.2026</a:t>
            </a:fld>
            <a:endParaRPr lang="tr-TR"/>
          </a:p>
        </p:txBody>
      </p:sp>
      <p:sp>
        <p:nvSpPr>
          <p:cNvPr id="5" name="Alt Bilgi Yer Tutucusu 4">
            <a:extLst>
              <a:ext uri="{FF2B5EF4-FFF2-40B4-BE49-F238E27FC236}">
                <a16:creationId xmlns:a16="http://schemas.microsoft.com/office/drawing/2014/main" id="{8D5CBB2E-94A9-8E40-D212-444F6494CB38}"/>
              </a:ext>
            </a:extLst>
          </p:cNvPr>
          <p:cNvSpPr>
            <a:spLocks noGrp="1"/>
          </p:cNvSpPr>
          <p:nvPr>
            <p:ph type="ftr" sz="quarter" idx="11"/>
          </p:nvPr>
        </p:nvSpPr>
        <p:spPr/>
        <p:txBody>
          <a:bodyPr/>
          <a:lstStyle/>
          <a:p>
            <a:endParaRPr lang="tr-TR"/>
          </a:p>
        </p:txBody>
      </p:sp>
      <p:sp>
        <p:nvSpPr>
          <p:cNvPr id="6" name="Slayt Numarası Yer Tutucusu 5">
            <a:extLst>
              <a:ext uri="{FF2B5EF4-FFF2-40B4-BE49-F238E27FC236}">
                <a16:creationId xmlns:a16="http://schemas.microsoft.com/office/drawing/2014/main" id="{053C0BD0-965B-6C31-5E94-57EF29B94630}"/>
              </a:ext>
            </a:extLst>
          </p:cNvPr>
          <p:cNvSpPr>
            <a:spLocks noGrp="1"/>
          </p:cNvSpPr>
          <p:nvPr>
            <p:ph type="sldNum" sz="quarter" idx="12"/>
          </p:nvPr>
        </p:nvSpPr>
        <p:spPr/>
        <p:txBody>
          <a:bodyPr/>
          <a:lstStyle/>
          <a:p>
            <a:fld id="{1C2C5912-D1F2-724D-868A-EEBBD4D1162A}" type="slidenum">
              <a:rPr lang="tr-TR" smtClean="0"/>
              <a:t>‹#›</a:t>
            </a:fld>
            <a:endParaRPr lang="tr-TR"/>
          </a:p>
        </p:txBody>
      </p:sp>
      <p:sp>
        <p:nvSpPr>
          <p:cNvPr id="7" name="fcSlideMaster.Başlık SlaydıFooter" descr=" &#10;Hizmete Özel | Restricted">
            <a:extLst>
              <a:ext uri="{FF2B5EF4-FFF2-40B4-BE49-F238E27FC236}">
                <a16:creationId xmlns:a16="http://schemas.microsoft.com/office/drawing/2014/main" id="{66088B2C-E35C-D245-D85D-9B89BE9DB1AC}"/>
              </a:ext>
            </a:extLst>
          </p:cNvPr>
          <p:cNvSpPr txBox="1"/>
          <p:nvPr userDrawn="1"/>
        </p:nvSpPr>
        <p:spPr>
          <a:xfrm>
            <a:off x="0" y="6527800"/>
            <a:ext cx="12192000" cy="361637"/>
          </a:xfrm>
          <a:prstGeom prst="rect">
            <a:avLst/>
          </a:prstGeom>
          <a:solidFill>
            <a:srgbClr val="FFFFFF"/>
          </a:solidFill>
        </p:spPr>
        <p:txBody>
          <a:bodyPr vert="horz" rtlCol="0">
            <a:spAutoFit/>
          </a:bodyPr>
          <a:lstStyle/>
          <a:p>
            <a:pPr algn="ctr"/>
            <a:r>
              <a:rPr lang="tr-TR" sz="850" b="0" i="0" u="none" baseline="0">
                <a:solidFill>
                  <a:srgbClr val="000000"/>
                </a:solidFill>
                <a:latin typeface="Microsoft Sans Serif" panose="020B0604020202020204" pitchFamily="34" charset="0"/>
              </a:rPr>
              <a:t> </a:t>
            </a:r>
          </a:p>
          <a:p>
            <a:pPr algn="ctr"/>
            <a:r>
              <a:rPr lang="tr-TR" sz="900" b="1" i="0" u="none" baseline="0">
                <a:solidFill>
                  <a:srgbClr val="FFA500"/>
                </a:solidFill>
                <a:latin typeface="calibri" panose="020F0502020204030204" pitchFamily="34" charset="0"/>
              </a:rPr>
              <a:t>Hizmete Özel | Restricted</a:t>
            </a:r>
          </a:p>
        </p:txBody>
      </p:sp>
    </p:spTree>
    <p:extLst>
      <p:ext uri="{BB962C8B-B14F-4D97-AF65-F5344CB8AC3E}">
        <p14:creationId xmlns:p14="http://schemas.microsoft.com/office/powerpoint/2010/main" val="255633304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Başlık ve İçerik">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8A2BCD5C-5BAA-083C-5928-35F85C09D17B}"/>
              </a:ext>
            </a:extLst>
          </p:cNvPr>
          <p:cNvSpPr>
            <a:spLocks noGrp="1"/>
          </p:cNvSpPr>
          <p:nvPr>
            <p:ph type="title"/>
          </p:nvPr>
        </p:nvSpPr>
        <p:spPr/>
        <p:txBody>
          <a:bodyPr/>
          <a:lstStyle/>
          <a:p>
            <a:r>
              <a:rPr lang="tr-TR"/>
              <a:t>Asıl başlık stilini düzenlemek için tıklayın</a:t>
            </a:r>
          </a:p>
        </p:txBody>
      </p:sp>
      <p:sp>
        <p:nvSpPr>
          <p:cNvPr id="3" name="İçerik Yer Tutucusu 2">
            <a:extLst>
              <a:ext uri="{FF2B5EF4-FFF2-40B4-BE49-F238E27FC236}">
                <a16:creationId xmlns:a16="http://schemas.microsoft.com/office/drawing/2014/main" id="{C7B409F3-1C87-5CA4-C029-7A795EAAF723}"/>
              </a:ext>
            </a:extLst>
          </p:cNvPr>
          <p:cNvSpPr>
            <a:spLocks noGrp="1"/>
          </p:cNvSpPr>
          <p:nvPr>
            <p:ph idx="1"/>
          </p:nvPr>
        </p:nvSpPr>
        <p:spPr/>
        <p:txBody>
          <a:bodyPr/>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p>
        </p:txBody>
      </p:sp>
      <p:sp>
        <p:nvSpPr>
          <p:cNvPr id="4" name="Veri Yer Tutucusu 3">
            <a:extLst>
              <a:ext uri="{FF2B5EF4-FFF2-40B4-BE49-F238E27FC236}">
                <a16:creationId xmlns:a16="http://schemas.microsoft.com/office/drawing/2014/main" id="{D0EE89F7-40EC-1467-E061-18921C22D94A}"/>
              </a:ext>
            </a:extLst>
          </p:cNvPr>
          <p:cNvSpPr>
            <a:spLocks noGrp="1"/>
          </p:cNvSpPr>
          <p:nvPr>
            <p:ph type="dt" sz="half" idx="10"/>
          </p:nvPr>
        </p:nvSpPr>
        <p:spPr/>
        <p:txBody>
          <a:bodyPr/>
          <a:lstStyle/>
          <a:p>
            <a:fld id="{B8B61AC2-5D60-6B4A-8368-87448AD860EB}" type="datetimeFigureOut">
              <a:rPr lang="tr-TR" smtClean="0"/>
              <a:t>10.09.2026</a:t>
            </a:fld>
            <a:endParaRPr lang="tr-TR"/>
          </a:p>
        </p:txBody>
      </p:sp>
      <p:sp>
        <p:nvSpPr>
          <p:cNvPr id="5" name="Alt Bilgi Yer Tutucusu 4">
            <a:extLst>
              <a:ext uri="{FF2B5EF4-FFF2-40B4-BE49-F238E27FC236}">
                <a16:creationId xmlns:a16="http://schemas.microsoft.com/office/drawing/2014/main" id="{0FA9703B-D7AD-3AC2-B8D9-275C82AB5B6C}"/>
              </a:ext>
            </a:extLst>
          </p:cNvPr>
          <p:cNvSpPr>
            <a:spLocks noGrp="1"/>
          </p:cNvSpPr>
          <p:nvPr>
            <p:ph type="ftr" sz="quarter" idx="11"/>
          </p:nvPr>
        </p:nvSpPr>
        <p:spPr/>
        <p:txBody>
          <a:bodyPr/>
          <a:lstStyle/>
          <a:p>
            <a:endParaRPr lang="tr-TR"/>
          </a:p>
        </p:txBody>
      </p:sp>
      <p:sp>
        <p:nvSpPr>
          <p:cNvPr id="6" name="Slayt Numarası Yer Tutucusu 5">
            <a:extLst>
              <a:ext uri="{FF2B5EF4-FFF2-40B4-BE49-F238E27FC236}">
                <a16:creationId xmlns:a16="http://schemas.microsoft.com/office/drawing/2014/main" id="{5F24A5B1-01A9-7FD3-A780-4A2D1C8EA0F7}"/>
              </a:ext>
            </a:extLst>
          </p:cNvPr>
          <p:cNvSpPr>
            <a:spLocks noGrp="1"/>
          </p:cNvSpPr>
          <p:nvPr>
            <p:ph type="sldNum" sz="quarter" idx="12"/>
          </p:nvPr>
        </p:nvSpPr>
        <p:spPr/>
        <p:txBody>
          <a:bodyPr/>
          <a:lstStyle/>
          <a:p>
            <a:fld id="{1C2C5912-D1F2-724D-868A-EEBBD4D1162A}" type="slidenum">
              <a:rPr lang="tr-TR" smtClean="0"/>
              <a:t>‹#›</a:t>
            </a:fld>
            <a:endParaRPr lang="tr-TR"/>
          </a:p>
        </p:txBody>
      </p:sp>
      <p:sp>
        <p:nvSpPr>
          <p:cNvPr id="7" name="fcSlideMaster.Başlık ve İçerikFooter" descr=" &#10;Hizmete Özel | Restricted">
            <a:extLst>
              <a:ext uri="{FF2B5EF4-FFF2-40B4-BE49-F238E27FC236}">
                <a16:creationId xmlns:a16="http://schemas.microsoft.com/office/drawing/2014/main" id="{D92088F1-28AD-C76E-A587-41AB7683603C}"/>
              </a:ext>
            </a:extLst>
          </p:cNvPr>
          <p:cNvSpPr txBox="1"/>
          <p:nvPr userDrawn="1"/>
        </p:nvSpPr>
        <p:spPr>
          <a:xfrm>
            <a:off x="0" y="6527800"/>
            <a:ext cx="12192000" cy="361637"/>
          </a:xfrm>
          <a:prstGeom prst="rect">
            <a:avLst/>
          </a:prstGeom>
          <a:solidFill>
            <a:srgbClr val="FFFFFF"/>
          </a:solidFill>
        </p:spPr>
        <p:txBody>
          <a:bodyPr vert="horz" rtlCol="0">
            <a:spAutoFit/>
          </a:bodyPr>
          <a:lstStyle/>
          <a:p>
            <a:pPr algn="ctr"/>
            <a:r>
              <a:rPr lang="tr-TR" sz="850" b="0" i="0" u="none" baseline="0">
                <a:solidFill>
                  <a:srgbClr val="000000"/>
                </a:solidFill>
                <a:latin typeface="Microsoft Sans Serif" panose="020B0604020202020204" pitchFamily="34" charset="0"/>
              </a:rPr>
              <a:t> </a:t>
            </a:r>
          </a:p>
          <a:p>
            <a:pPr algn="ctr"/>
            <a:r>
              <a:rPr lang="tr-TR" sz="900" b="1" i="0" u="none" baseline="0">
                <a:solidFill>
                  <a:srgbClr val="FFA500"/>
                </a:solidFill>
                <a:latin typeface="calibri" panose="020F0502020204030204" pitchFamily="34" charset="0"/>
              </a:rPr>
              <a:t>Hizmete Özel | Restricted</a:t>
            </a:r>
          </a:p>
        </p:txBody>
      </p:sp>
    </p:spTree>
    <p:extLst>
      <p:ext uri="{BB962C8B-B14F-4D97-AF65-F5344CB8AC3E}">
        <p14:creationId xmlns:p14="http://schemas.microsoft.com/office/powerpoint/2010/main" val="203677429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Bölüm Üst Bilgisi">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EC8FD015-7947-E2FD-4AF7-7B6CB2F78FA6}"/>
              </a:ext>
            </a:extLst>
          </p:cNvPr>
          <p:cNvSpPr>
            <a:spLocks noGrp="1"/>
          </p:cNvSpPr>
          <p:nvPr>
            <p:ph type="title"/>
          </p:nvPr>
        </p:nvSpPr>
        <p:spPr>
          <a:xfrm>
            <a:off x="831850" y="1709738"/>
            <a:ext cx="10515600" cy="2852737"/>
          </a:xfrm>
        </p:spPr>
        <p:txBody>
          <a:bodyPr anchor="b"/>
          <a:lstStyle>
            <a:lvl1pPr>
              <a:defRPr sz="6000"/>
            </a:lvl1pPr>
          </a:lstStyle>
          <a:p>
            <a:r>
              <a:rPr lang="tr-TR"/>
              <a:t>Asıl başlık stilini düzenlemek için tıklayın</a:t>
            </a:r>
          </a:p>
        </p:txBody>
      </p:sp>
      <p:sp>
        <p:nvSpPr>
          <p:cNvPr id="3" name="Metin Yer Tutucusu 2">
            <a:extLst>
              <a:ext uri="{FF2B5EF4-FFF2-40B4-BE49-F238E27FC236}">
                <a16:creationId xmlns:a16="http://schemas.microsoft.com/office/drawing/2014/main" id="{FF4EA15E-B88D-8A69-4CAF-AE72D3ABA305}"/>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tr-TR"/>
              <a:t>Asıl metin stillerini düzenlemek için tıklayın</a:t>
            </a:r>
          </a:p>
        </p:txBody>
      </p:sp>
      <p:sp>
        <p:nvSpPr>
          <p:cNvPr id="4" name="Veri Yer Tutucusu 3">
            <a:extLst>
              <a:ext uri="{FF2B5EF4-FFF2-40B4-BE49-F238E27FC236}">
                <a16:creationId xmlns:a16="http://schemas.microsoft.com/office/drawing/2014/main" id="{77EF5F80-A652-4CB9-2214-2536C89B82BD}"/>
              </a:ext>
            </a:extLst>
          </p:cNvPr>
          <p:cNvSpPr>
            <a:spLocks noGrp="1"/>
          </p:cNvSpPr>
          <p:nvPr>
            <p:ph type="dt" sz="half" idx="10"/>
          </p:nvPr>
        </p:nvSpPr>
        <p:spPr/>
        <p:txBody>
          <a:bodyPr/>
          <a:lstStyle/>
          <a:p>
            <a:fld id="{B8B61AC2-5D60-6B4A-8368-87448AD860EB}" type="datetimeFigureOut">
              <a:rPr lang="tr-TR" smtClean="0"/>
              <a:t>10.09.2026</a:t>
            </a:fld>
            <a:endParaRPr lang="tr-TR"/>
          </a:p>
        </p:txBody>
      </p:sp>
      <p:sp>
        <p:nvSpPr>
          <p:cNvPr id="5" name="Alt Bilgi Yer Tutucusu 4">
            <a:extLst>
              <a:ext uri="{FF2B5EF4-FFF2-40B4-BE49-F238E27FC236}">
                <a16:creationId xmlns:a16="http://schemas.microsoft.com/office/drawing/2014/main" id="{192C5FC6-4291-390A-278F-46D1EB4483E0}"/>
              </a:ext>
            </a:extLst>
          </p:cNvPr>
          <p:cNvSpPr>
            <a:spLocks noGrp="1"/>
          </p:cNvSpPr>
          <p:nvPr>
            <p:ph type="ftr" sz="quarter" idx="11"/>
          </p:nvPr>
        </p:nvSpPr>
        <p:spPr/>
        <p:txBody>
          <a:bodyPr/>
          <a:lstStyle/>
          <a:p>
            <a:endParaRPr lang="tr-TR"/>
          </a:p>
        </p:txBody>
      </p:sp>
      <p:sp>
        <p:nvSpPr>
          <p:cNvPr id="6" name="Slayt Numarası Yer Tutucusu 5">
            <a:extLst>
              <a:ext uri="{FF2B5EF4-FFF2-40B4-BE49-F238E27FC236}">
                <a16:creationId xmlns:a16="http://schemas.microsoft.com/office/drawing/2014/main" id="{FCE8431F-D27F-3A87-5B9C-013F92BA8E1D}"/>
              </a:ext>
            </a:extLst>
          </p:cNvPr>
          <p:cNvSpPr>
            <a:spLocks noGrp="1"/>
          </p:cNvSpPr>
          <p:nvPr>
            <p:ph type="sldNum" sz="quarter" idx="12"/>
          </p:nvPr>
        </p:nvSpPr>
        <p:spPr/>
        <p:txBody>
          <a:bodyPr/>
          <a:lstStyle/>
          <a:p>
            <a:fld id="{1C2C5912-D1F2-724D-868A-EEBBD4D1162A}" type="slidenum">
              <a:rPr lang="tr-TR" smtClean="0"/>
              <a:t>‹#›</a:t>
            </a:fld>
            <a:endParaRPr lang="tr-TR"/>
          </a:p>
        </p:txBody>
      </p:sp>
      <p:sp>
        <p:nvSpPr>
          <p:cNvPr id="7" name="fcSlideMaster.Bölüm Üst BilgisiFooter" descr=" &#10;Hizmete Özel | Restricted">
            <a:extLst>
              <a:ext uri="{FF2B5EF4-FFF2-40B4-BE49-F238E27FC236}">
                <a16:creationId xmlns:a16="http://schemas.microsoft.com/office/drawing/2014/main" id="{DB65FF24-F495-788C-7634-AA354C7F2B7A}"/>
              </a:ext>
            </a:extLst>
          </p:cNvPr>
          <p:cNvSpPr txBox="1"/>
          <p:nvPr userDrawn="1"/>
        </p:nvSpPr>
        <p:spPr>
          <a:xfrm>
            <a:off x="0" y="6527800"/>
            <a:ext cx="12192000" cy="361637"/>
          </a:xfrm>
          <a:prstGeom prst="rect">
            <a:avLst/>
          </a:prstGeom>
          <a:solidFill>
            <a:srgbClr val="FFFFFF"/>
          </a:solidFill>
        </p:spPr>
        <p:txBody>
          <a:bodyPr vert="horz" rtlCol="0">
            <a:spAutoFit/>
          </a:bodyPr>
          <a:lstStyle/>
          <a:p>
            <a:pPr algn="ctr"/>
            <a:r>
              <a:rPr lang="tr-TR" sz="850" b="0" i="0" u="none" baseline="0">
                <a:solidFill>
                  <a:srgbClr val="000000"/>
                </a:solidFill>
                <a:latin typeface="Microsoft Sans Serif" panose="020B0604020202020204" pitchFamily="34" charset="0"/>
              </a:rPr>
              <a:t> </a:t>
            </a:r>
          </a:p>
          <a:p>
            <a:pPr algn="ctr"/>
            <a:r>
              <a:rPr lang="tr-TR" sz="900" b="1" i="0" u="none" baseline="0">
                <a:solidFill>
                  <a:srgbClr val="FFA500"/>
                </a:solidFill>
                <a:latin typeface="calibri" panose="020F0502020204030204" pitchFamily="34" charset="0"/>
              </a:rPr>
              <a:t>Hizmete Özel | Restricted</a:t>
            </a:r>
          </a:p>
        </p:txBody>
      </p:sp>
    </p:spTree>
    <p:extLst>
      <p:ext uri="{BB962C8B-B14F-4D97-AF65-F5344CB8AC3E}">
        <p14:creationId xmlns:p14="http://schemas.microsoft.com/office/powerpoint/2010/main" val="189521880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İki İçerik">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5DF52482-193E-4AFF-8CD6-F0E399F5F001}"/>
              </a:ext>
            </a:extLst>
          </p:cNvPr>
          <p:cNvSpPr>
            <a:spLocks noGrp="1"/>
          </p:cNvSpPr>
          <p:nvPr>
            <p:ph type="title"/>
          </p:nvPr>
        </p:nvSpPr>
        <p:spPr/>
        <p:txBody>
          <a:bodyPr/>
          <a:lstStyle/>
          <a:p>
            <a:r>
              <a:rPr lang="tr-TR"/>
              <a:t>Asıl başlık stilini düzenlemek için tıklayın</a:t>
            </a:r>
          </a:p>
        </p:txBody>
      </p:sp>
      <p:sp>
        <p:nvSpPr>
          <p:cNvPr id="3" name="İçerik Yer Tutucusu 2">
            <a:extLst>
              <a:ext uri="{FF2B5EF4-FFF2-40B4-BE49-F238E27FC236}">
                <a16:creationId xmlns:a16="http://schemas.microsoft.com/office/drawing/2014/main" id="{A87A33B3-E0B1-BFE3-DEB6-14D8171E8AE4}"/>
              </a:ext>
            </a:extLst>
          </p:cNvPr>
          <p:cNvSpPr>
            <a:spLocks noGrp="1"/>
          </p:cNvSpPr>
          <p:nvPr>
            <p:ph sz="half" idx="1"/>
          </p:nvPr>
        </p:nvSpPr>
        <p:spPr>
          <a:xfrm>
            <a:off x="838200" y="1825625"/>
            <a:ext cx="5181600" cy="4351338"/>
          </a:xfrm>
        </p:spPr>
        <p:txBody>
          <a:bodyPr/>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p>
        </p:txBody>
      </p:sp>
      <p:sp>
        <p:nvSpPr>
          <p:cNvPr id="4" name="İçerik Yer Tutucusu 3">
            <a:extLst>
              <a:ext uri="{FF2B5EF4-FFF2-40B4-BE49-F238E27FC236}">
                <a16:creationId xmlns:a16="http://schemas.microsoft.com/office/drawing/2014/main" id="{5299773E-B3D3-2288-8210-0D2EFF7710AB}"/>
              </a:ext>
            </a:extLst>
          </p:cNvPr>
          <p:cNvSpPr>
            <a:spLocks noGrp="1"/>
          </p:cNvSpPr>
          <p:nvPr>
            <p:ph sz="half" idx="2"/>
          </p:nvPr>
        </p:nvSpPr>
        <p:spPr>
          <a:xfrm>
            <a:off x="6172200" y="1825625"/>
            <a:ext cx="5181600" cy="4351338"/>
          </a:xfrm>
        </p:spPr>
        <p:txBody>
          <a:bodyPr/>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p>
        </p:txBody>
      </p:sp>
      <p:sp>
        <p:nvSpPr>
          <p:cNvPr id="5" name="Veri Yer Tutucusu 4">
            <a:extLst>
              <a:ext uri="{FF2B5EF4-FFF2-40B4-BE49-F238E27FC236}">
                <a16:creationId xmlns:a16="http://schemas.microsoft.com/office/drawing/2014/main" id="{0DC72E20-E65F-CD04-A724-10BA8EAC74AB}"/>
              </a:ext>
            </a:extLst>
          </p:cNvPr>
          <p:cNvSpPr>
            <a:spLocks noGrp="1"/>
          </p:cNvSpPr>
          <p:nvPr>
            <p:ph type="dt" sz="half" idx="10"/>
          </p:nvPr>
        </p:nvSpPr>
        <p:spPr/>
        <p:txBody>
          <a:bodyPr/>
          <a:lstStyle/>
          <a:p>
            <a:fld id="{B8B61AC2-5D60-6B4A-8368-87448AD860EB}" type="datetimeFigureOut">
              <a:rPr lang="tr-TR" smtClean="0"/>
              <a:t>10.09.2026</a:t>
            </a:fld>
            <a:endParaRPr lang="tr-TR"/>
          </a:p>
        </p:txBody>
      </p:sp>
      <p:sp>
        <p:nvSpPr>
          <p:cNvPr id="6" name="Alt Bilgi Yer Tutucusu 5">
            <a:extLst>
              <a:ext uri="{FF2B5EF4-FFF2-40B4-BE49-F238E27FC236}">
                <a16:creationId xmlns:a16="http://schemas.microsoft.com/office/drawing/2014/main" id="{3C366BC4-16E4-FF69-3785-68B3B0C59367}"/>
              </a:ext>
            </a:extLst>
          </p:cNvPr>
          <p:cNvSpPr>
            <a:spLocks noGrp="1"/>
          </p:cNvSpPr>
          <p:nvPr>
            <p:ph type="ftr" sz="quarter" idx="11"/>
          </p:nvPr>
        </p:nvSpPr>
        <p:spPr/>
        <p:txBody>
          <a:bodyPr/>
          <a:lstStyle/>
          <a:p>
            <a:endParaRPr lang="tr-TR"/>
          </a:p>
        </p:txBody>
      </p:sp>
      <p:sp>
        <p:nvSpPr>
          <p:cNvPr id="7" name="Slayt Numarası Yer Tutucusu 6">
            <a:extLst>
              <a:ext uri="{FF2B5EF4-FFF2-40B4-BE49-F238E27FC236}">
                <a16:creationId xmlns:a16="http://schemas.microsoft.com/office/drawing/2014/main" id="{0E16822F-7DA6-212A-0602-A620C7B5FDD7}"/>
              </a:ext>
            </a:extLst>
          </p:cNvPr>
          <p:cNvSpPr>
            <a:spLocks noGrp="1"/>
          </p:cNvSpPr>
          <p:nvPr>
            <p:ph type="sldNum" sz="quarter" idx="12"/>
          </p:nvPr>
        </p:nvSpPr>
        <p:spPr/>
        <p:txBody>
          <a:bodyPr/>
          <a:lstStyle/>
          <a:p>
            <a:fld id="{1C2C5912-D1F2-724D-868A-EEBBD4D1162A}" type="slidenum">
              <a:rPr lang="tr-TR" smtClean="0"/>
              <a:t>‹#›</a:t>
            </a:fld>
            <a:endParaRPr lang="tr-TR"/>
          </a:p>
        </p:txBody>
      </p:sp>
      <p:sp>
        <p:nvSpPr>
          <p:cNvPr id="8" name="fcSlideMaster.İki İçerikFooter" descr=" &#10;Hizmete Özel | Restricted">
            <a:extLst>
              <a:ext uri="{FF2B5EF4-FFF2-40B4-BE49-F238E27FC236}">
                <a16:creationId xmlns:a16="http://schemas.microsoft.com/office/drawing/2014/main" id="{46109796-5B9F-8B0E-3C5E-399E2830C878}"/>
              </a:ext>
            </a:extLst>
          </p:cNvPr>
          <p:cNvSpPr txBox="1"/>
          <p:nvPr userDrawn="1"/>
        </p:nvSpPr>
        <p:spPr>
          <a:xfrm>
            <a:off x="0" y="6527800"/>
            <a:ext cx="12192000" cy="361637"/>
          </a:xfrm>
          <a:prstGeom prst="rect">
            <a:avLst/>
          </a:prstGeom>
          <a:solidFill>
            <a:srgbClr val="FFFFFF"/>
          </a:solidFill>
        </p:spPr>
        <p:txBody>
          <a:bodyPr vert="horz" rtlCol="0">
            <a:spAutoFit/>
          </a:bodyPr>
          <a:lstStyle/>
          <a:p>
            <a:pPr algn="ctr"/>
            <a:r>
              <a:rPr lang="tr-TR" sz="850" b="0" i="0" u="none" baseline="0">
                <a:solidFill>
                  <a:srgbClr val="000000"/>
                </a:solidFill>
                <a:latin typeface="Microsoft Sans Serif" panose="020B0604020202020204" pitchFamily="34" charset="0"/>
              </a:rPr>
              <a:t> </a:t>
            </a:r>
          </a:p>
          <a:p>
            <a:pPr algn="ctr"/>
            <a:r>
              <a:rPr lang="tr-TR" sz="900" b="1" i="0" u="none" baseline="0">
                <a:solidFill>
                  <a:srgbClr val="FFA500"/>
                </a:solidFill>
                <a:latin typeface="calibri" panose="020F0502020204030204" pitchFamily="34" charset="0"/>
              </a:rPr>
              <a:t>Hizmete Özel | Restricted</a:t>
            </a:r>
          </a:p>
        </p:txBody>
      </p:sp>
    </p:spTree>
    <p:extLst>
      <p:ext uri="{BB962C8B-B14F-4D97-AF65-F5344CB8AC3E}">
        <p14:creationId xmlns:p14="http://schemas.microsoft.com/office/powerpoint/2010/main" val="146594013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Karşılaştırma">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8DCFB1A2-04F0-6C72-C64C-3433F60C90B6}"/>
              </a:ext>
            </a:extLst>
          </p:cNvPr>
          <p:cNvSpPr>
            <a:spLocks noGrp="1"/>
          </p:cNvSpPr>
          <p:nvPr>
            <p:ph type="title"/>
          </p:nvPr>
        </p:nvSpPr>
        <p:spPr>
          <a:xfrm>
            <a:off x="839788" y="365125"/>
            <a:ext cx="10515600" cy="1325563"/>
          </a:xfrm>
        </p:spPr>
        <p:txBody>
          <a:bodyPr/>
          <a:lstStyle/>
          <a:p>
            <a:r>
              <a:rPr lang="tr-TR"/>
              <a:t>Asıl başlık stilini düzenlemek için tıklayın</a:t>
            </a:r>
          </a:p>
        </p:txBody>
      </p:sp>
      <p:sp>
        <p:nvSpPr>
          <p:cNvPr id="3" name="Metin Yer Tutucusu 2">
            <a:extLst>
              <a:ext uri="{FF2B5EF4-FFF2-40B4-BE49-F238E27FC236}">
                <a16:creationId xmlns:a16="http://schemas.microsoft.com/office/drawing/2014/main" id="{362044DF-67ED-F5D2-DC20-15C4418FCEA1}"/>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tr-TR"/>
              <a:t>Asıl metin stillerini düzenlemek için tıklayın</a:t>
            </a:r>
          </a:p>
        </p:txBody>
      </p:sp>
      <p:sp>
        <p:nvSpPr>
          <p:cNvPr id="4" name="İçerik Yer Tutucusu 3">
            <a:extLst>
              <a:ext uri="{FF2B5EF4-FFF2-40B4-BE49-F238E27FC236}">
                <a16:creationId xmlns:a16="http://schemas.microsoft.com/office/drawing/2014/main" id="{2E15CB08-EDE0-AEF9-8D4E-786C2AA7F2A5}"/>
              </a:ext>
            </a:extLst>
          </p:cNvPr>
          <p:cNvSpPr>
            <a:spLocks noGrp="1"/>
          </p:cNvSpPr>
          <p:nvPr>
            <p:ph sz="half" idx="2"/>
          </p:nvPr>
        </p:nvSpPr>
        <p:spPr>
          <a:xfrm>
            <a:off x="839788" y="2505075"/>
            <a:ext cx="5157787" cy="3684588"/>
          </a:xfrm>
        </p:spPr>
        <p:txBody>
          <a:bodyPr/>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p>
        </p:txBody>
      </p:sp>
      <p:sp>
        <p:nvSpPr>
          <p:cNvPr id="5" name="Metin Yer Tutucusu 4">
            <a:extLst>
              <a:ext uri="{FF2B5EF4-FFF2-40B4-BE49-F238E27FC236}">
                <a16:creationId xmlns:a16="http://schemas.microsoft.com/office/drawing/2014/main" id="{62720259-FADA-42F8-8BE5-6BC438081638}"/>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tr-TR"/>
              <a:t>Asıl metin stillerini düzenlemek için tıklayın</a:t>
            </a:r>
          </a:p>
        </p:txBody>
      </p:sp>
      <p:sp>
        <p:nvSpPr>
          <p:cNvPr id="6" name="İçerik Yer Tutucusu 5">
            <a:extLst>
              <a:ext uri="{FF2B5EF4-FFF2-40B4-BE49-F238E27FC236}">
                <a16:creationId xmlns:a16="http://schemas.microsoft.com/office/drawing/2014/main" id="{7A379833-0E8E-868E-41E1-FE4A5F31B1EB}"/>
              </a:ext>
            </a:extLst>
          </p:cNvPr>
          <p:cNvSpPr>
            <a:spLocks noGrp="1"/>
          </p:cNvSpPr>
          <p:nvPr>
            <p:ph sz="quarter" idx="4"/>
          </p:nvPr>
        </p:nvSpPr>
        <p:spPr>
          <a:xfrm>
            <a:off x="6172200" y="2505075"/>
            <a:ext cx="5183188" cy="3684588"/>
          </a:xfrm>
        </p:spPr>
        <p:txBody>
          <a:bodyPr/>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p>
        </p:txBody>
      </p:sp>
      <p:sp>
        <p:nvSpPr>
          <p:cNvPr id="7" name="Veri Yer Tutucusu 6">
            <a:extLst>
              <a:ext uri="{FF2B5EF4-FFF2-40B4-BE49-F238E27FC236}">
                <a16:creationId xmlns:a16="http://schemas.microsoft.com/office/drawing/2014/main" id="{6634DA3F-D8BD-8EF5-5A50-836BF3C9EB16}"/>
              </a:ext>
            </a:extLst>
          </p:cNvPr>
          <p:cNvSpPr>
            <a:spLocks noGrp="1"/>
          </p:cNvSpPr>
          <p:nvPr>
            <p:ph type="dt" sz="half" idx="10"/>
          </p:nvPr>
        </p:nvSpPr>
        <p:spPr/>
        <p:txBody>
          <a:bodyPr/>
          <a:lstStyle/>
          <a:p>
            <a:fld id="{B8B61AC2-5D60-6B4A-8368-87448AD860EB}" type="datetimeFigureOut">
              <a:rPr lang="tr-TR" smtClean="0"/>
              <a:t>10.09.2026</a:t>
            </a:fld>
            <a:endParaRPr lang="tr-TR"/>
          </a:p>
        </p:txBody>
      </p:sp>
      <p:sp>
        <p:nvSpPr>
          <p:cNvPr id="8" name="Alt Bilgi Yer Tutucusu 7">
            <a:extLst>
              <a:ext uri="{FF2B5EF4-FFF2-40B4-BE49-F238E27FC236}">
                <a16:creationId xmlns:a16="http://schemas.microsoft.com/office/drawing/2014/main" id="{60B8E1C6-3A40-CA3A-A55D-B30DACB0C789}"/>
              </a:ext>
            </a:extLst>
          </p:cNvPr>
          <p:cNvSpPr>
            <a:spLocks noGrp="1"/>
          </p:cNvSpPr>
          <p:nvPr>
            <p:ph type="ftr" sz="quarter" idx="11"/>
          </p:nvPr>
        </p:nvSpPr>
        <p:spPr/>
        <p:txBody>
          <a:bodyPr/>
          <a:lstStyle/>
          <a:p>
            <a:endParaRPr lang="tr-TR"/>
          </a:p>
        </p:txBody>
      </p:sp>
      <p:sp>
        <p:nvSpPr>
          <p:cNvPr id="9" name="Slayt Numarası Yer Tutucusu 8">
            <a:extLst>
              <a:ext uri="{FF2B5EF4-FFF2-40B4-BE49-F238E27FC236}">
                <a16:creationId xmlns:a16="http://schemas.microsoft.com/office/drawing/2014/main" id="{FB99AB10-1AAD-4890-389E-E8CDC1D1B01F}"/>
              </a:ext>
            </a:extLst>
          </p:cNvPr>
          <p:cNvSpPr>
            <a:spLocks noGrp="1"/>
          </p:cNvSpPr>
          <p:nvPr>
            <p:ph type="sldNum" sz="quarter" idx="12"/>
          </p:nvPr>
        </p:nvSpPr>
        <p:spPr/>
        <p:txBody>
          <a:bodyPr/>
          <a:lstStyle/>
          <a:p>
            <a:fld id="{1C2C5912-D1F2-724D-868A-EEBBD4D1162A}" type="slidenum">
              <a:rPr lang="tr-TR" smtClean="0"/>
              <a:t>‹#›</a:t>
            </a:fld>
            <a:endParaRPr lang="tr-TR"/>
          </a:p>
        </p:txBody>
      </p:sp>
      <p:sp>
        <p:nvSpPr>
          <p:cNvPr id="10" name="fcSlideMaster.KarşılaştırmaFooter" descr=" &#10;Hizmete Özel | Restricted">
            <a:extLst>
              <a:ext uri="{FF2B5EF4-FFF2-40B4-BE49-F238E27FC236}">
                <a16:creationId xmlns:a16="http://schemas.microsoft.com/office/drawing/2014/main" id="{A50D3754-C320-B8E1-708B-798A7740AC44}"/>
              </a:ext>
            </a:extLst>
          </p:cNvPr>
          <p:cNvSpPr txBox="1"/>
          <p:nvPr userDrawn="1"/>
        </p:nvSpPr>
        <p:spPr>
          <a:xfrm>
            <a:off x="0" y="6527800"/>
            <a:ext cx="12192000" cy="361637"/>
          </a:xfrm>
          <a:prstGeom prst="rect">
            <a:avLst/>
          </a:prstGeom>
          <a:solidFill>
            <a:srgbClr val="FFFFFF"/>
          </a:solidFill>
        </p:spPr>
        <p:txBody>
          <a:bodyPr vert="horz" rtlCol="0">
            <a:spAutoFit/>
          </a:bodyPr>
          <a:lstStyle/>
          <a:p>
            <a:pPr algn="ctr"/>
            <a:r>
              <a:rPr lang="tr-TR" sz="850" b="0" i="0" u="none" baseline="0">
                <a:solidFill>
                  <a:srgbClr val="000000"/>
                </a:solidFill>
                <a:latin typeface="Microsoft Sans Serif" panose="020B0604020202020204" pitchFamily="34" charset="0"/>
              </a:rPr>
              <a:t> </a:t>
            </a:r>
          </a:p>
          <a:p>
            <a:pPr algn="ctr"/>
            <a:r>
              <a:rPr lang="tr-TR" sz="900" b="1" i="0" u="none" baseline="0">
                <a:solidFill>
                  <a:srgbClr val="FFA500"/>
                </a:solidFill>
                <a:latin typeface="calibri" panose="020F0502020204030204" pitchFamily="34" charset="0"/>
              </a:rPr>
              <a:t>Hizmete Özel | Restricted</a:t>
            </a:r>
          </a:p>
        </p:txBody>
      </p:sp>
    </p:spTree>
    <p:extLst>
      <p:ext uri="{BB962C8B-B14F-4D97-AF65-F5344CB8AC3E}">
        <p14:creationId xmlns:p14="http://schemas.microsoft.com/office/powerpoint/2010/main" val="13432910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Yalnızca Başlık">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D80DF1C9-8BC3-A2C5-F5E7-838750CC02AC}"/>
              </a:ext>
            </a:extLst>
          </p:cNvPr>
          <p:cNvSpPr>
            <a:spLocks noGrp="1"/>
          </p:cNvSpPr>
          <p:nvPr>
            <p:ph type="title"/>
          </p:nvPr>
        </p:nvSpPr>
        <p:spPr/>
        <p:txBody>
          <a:bodyPr/>
          <a:lstStyle/>
          <a:p>
            <a:r>
              <a:rPr lang="tr-TR"/>
              <a:t>Asıl başlık stilini düzenlemek için tıklayın</a:t>
            </a:r>
          </a:p>
        </p:txBody>
      </p:sp>
      <p:sp>
        <p:nvSpPr>
          <p:cNvPr id="3" name="Veri Yer Tutucusu 2">
            <a:extLst>
              <a:ext uri="{FF2B5EF4-FFF2-40B4-BE49-F238E27FC236}">
                <a16:creationId xmlns:a16="http://schemas.microsoft.com/office/drawing/2014/main" id="{289B38AF-049B-6272-8822-86B1129F3D45}"/>
              </a:ext>
            </a:extLst>
          </p:cNvPr>
          <p:cNvSpPr>
            <a:spLocks noGrp="1"/>
          </p:cNvSpPr>
          <p:nvPr>
            <p:ph type="dt" sz="half" idx="10"/>
          </p:nvPr>
        </p:nvSpPr>
        <p:spPr/>
        <p:txBody>
          <a:bodyPr/>
          <a:lstStyle/>
          <a:p>
            <a:fld id="{B8B61AC2-5D60-6B4A-8368-87448AD860EB}" type="datetimeFigureOut">
              <a:rPr lang="tr-TR" smtClean="0"/>
              <a:t>10.09.2026</a:t>
            </a:fld>
            <a:endParaRPr lang="tr-TR"/>
          </a:p>
        </p:txBody>
      </p:sp>
      <p:sp>
        <p:nvSpPr>
          <p:cNvPr id="4" name="Alt Bilgi Yer Tutucusu 3">
            <a:extLst>
              <a:ext uri="{FF2B5EF4-FFF2-40B4-BE49-F238E27FC236}">
                <a16:creationId xmlns:a16="http://schemas.microsoft.com/office/drawing/2014/main" id="{E59CD36F-8DD7-1B26-37F0-0ECCFD3AB01D}"/>
              </a:ext>
            </a:extLst>
          </p:cNvPr>
          <p:cNvSpPr>
            <a:spLocks noGrp="1"/>
          </p:cNvSpPr>
          <p:nvPr>
            <p:ph type="ftr" sz="quarter" idx="11"/>
          </p:nvPr>
        </p:nvSpPr>
        <p:spPr/>
        <p:txBody>
          <a:bodyPr/>
          <a:lstStyle/>
          <a:p>
            <a:endParaRPr lang="tr-TR"/>
          </a:p>
        </p:txBody>
      </p:sp>
      <p:sp>
        <p:nvSpPr>
          <p:cNvPr id="5" name="Slayt Numarası Yer Tutucusu 4">
            <a:extLst>
              <a:ext uri="{FF2B5EF4-FFF2-40B4-BE49-F238E27FC236}">
                <a16:creationId xmlns:a16="http://schemas.microsoft.com/office/drawing/2014/main" id="{B2ADC0AE-9D3F-AD1D-4CC0-B3BE73710505}"/>
              </a:ext>
            </a:extLst>
          </p:cNvPr>
          <p:cNvSpPr>
            <a:spLocks noGrp="1"/>
          </p:cNvSpPr>
          <p:nvPr>
            <p:ph type="sldNum" sz="quarter" idx="12"/>
          </p:nvPr>
        </p:nvSpPr>
        <p:spPr/>
        <p:txBody>
          <a:bodyPr/>
          <a:lstStyle/>
          <a:p>
            <a:fld id="{1C2C5912-D1F2-724D-868A-EEBBD4D1162A}" type="slidenum">
              <a:rPr lang="tr-TR" smtClean="0"/>
              <a:t>‹#›</a:t>
            </a:fld>
            <a:endParaRPr lang="tr-TR"/>
          </a:p>
        </p:txBody>
      </p:sp>
      <p:sp>
        <p:nvSpPr>
          <p:cNvPr id="6" name="fcSlideMaster.Yalnızca BaşlıkFooter" descr=" &#10;Hizmete Özel | Restricted">
            <a:extLst>
              <a:ext uri="{FF2B5EF4-FFF2-40B4-BE49-F238E27FC236}">
                <a16:creationId xmlns:a16="http://schemas.microsoft.com/office/drawing/2014/main" id="{E1DE1923-81B8-4683-6B59-4631D68AA2DA}"/>
              </a:ext>
            </a:extLst>
          </p:cNvPr>
          <p:cNvSpPr txBox="1"/>
          <p:nvPr userDrawn="1"/>
        </p:nvSpPr>
        <p:spPr>
          <a:xfrm>
            <a:off x="0" y="6527800"/>
            <a:ext cx="12192000" cy="361637"/>
          </a:xfrm>
          <a:prstGeom prst="rect">
            <a:avLst/>
          </a:prstGeom>
          <a:solidFill>
            <a:srgbClr val="FFFFFF"/>
          </a:solidFill>
        </p:spPr>
        <p:txBody>
          <a:bodyPr vert="horz" rtlCol="0">
            <a:spAutoFit/>
          </a:bodyPr>
          <a:lstStyle/>
          <a:p>
            <a:pPr algn="ctr"/>
            <a:r>
              <a:rPr lang="tr-TR" sz="850" b="0" i="0" u="none" baseline="0">
                <a:solidFill>
                  <a:srgbClr val="000000"/>
                </a:solidFill>
                <a:latin typeface="Microsoft Sans Serif" panose="020B0604020202020204" pitchFamily="34" charset="0"/>
              </a:rPr>
              <a:t> </a:t>
            </a:r>
          </a:p>
          <a:p>
            <a:pPr algn="ctr"/>
            <a:r>
              <a:rPr lang="tr-TR" sz="900" b="1" i="0" u="none" baseline="0">
                <a:solidFill>
                  <a:srgbClr val="FFA500"/>
                </a:solidFill>
                <a:latin typeface="calibri" panose="020F0502020204030204" pitchFamily="34" charset="0"/>
              </a:rPr>
              <a:t>Hizmete Özel | Restricted</a:t>
            </a:r>
          </a:p>
        </p:txBody>
      </p:sp>
    </p:spTree>
    <p:extLst>
      <p:ext uri="{BB962C8B-B14F-4D97-AF65-F5344CB8AC3E}">
        <p14:creationId xmlns:p14="http://schemas.microsoft.com/office/powerpoint/2010/main" val="190320714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oş">
    <p:spTree>
      <p:nvGrpSpPr>
        <p:cNvPr id="1" name=""/>
        <p:cNvGrpSpPr/>
        <p:nvPr/>
      </p:nvGrpSpPr>
      <p:grpSpPr>
        <a:xfrm>
          <a:off x="0" y="0"/>
          <a:ext cx="0" cy="0"/>
          <a:chOff x="0" y="0"/>
          <a:chExt cx="0" cy="0"/>
        </a:xfrm>
      </p:grpSpPr>
      <p:sp>
        <p:nvSpPr>
          <p:cNvPr id="2" name="Veri Yer Tutucusu 1">
            <a:extLst>
              <a:ext uri="{FF2B5EF4-FFF2-40B4-BE49-F238E27FC236}">
                <a16:creationId xmlns:a16="http://schemas.microsoft.com/office/drawing/2014/main" id="{EA5660C0-5F28-705C-5AC5-727AFA116C06}"/>
              </a:ext>
            </a:extLst>
          </p:cNvPr>
          <p:cNvSpPr>
            <a:spLocks noGrp="1"/>
          </p:cNvSpPr>
          <p:nvPr>
            <p:ph type="dt" sz="half" idx="10"/>
          </p:nvPr>
        </p:nvSpPr>
        <p:spPr/>
        <p:txBody>
          <a:bodyPr/>
          <a:lstStyle/>
          <a:p>
            <a:fld id="{B8B61AC2-5D60-6B4A-8368-87448AD860EB}" type="datetimeFigureOut">
              <a:rPr lang="tr-TR" smtClean="0"/>
              <a:t>10.09.2026</a:t>
            </a:fld>
            <a:endParaRPr lang="tr-TR"/>
          </a:p>
        </p:txBody>
      </p:sp>
      <p:sp>
        <p:nvSpPr>
          <p:cNvPr id="3" name="Alt Bilgi Yer Tutucusu 2">
            <a:extLst>
              <a:ext uri="{FF2B5EF4-FFF2-40B4-BE49-F238E27FC236}">
                <a16:creationId xmlns:a16="http://schemas.microsoft.com/office/drawing/2014/main" id="{5E2C2609-26B3-3E28-32CB-1D2613727F49}"/>
              </a:ext>
            </a:extLst>
          </p:cNvPr>
          <p:cNvSpPr>
            <a:spLocks noGrp="1"/>
          </p:cNvSpPr>
          <p:nvPr>
            <p:ph type="ftr" sz="quarter" idx="11"/>
          </p:nvPr>
        </p:nvSpPr>
        <p:spPr/>
        <p:txBody>
          <a:bodyPr/>
          <a:lstStyle/>
          <a:p>
            <a:endParaRPr lang="tr-TR"/>
          </a:p>
        </p:txBody>
      </p:sp>
      <p:sp>
        <p:nvSpPr>
          <p:cNvPr id="4" name="Slayt Numarası Yer Tutucusu 3">
            <a:extLst>
              <a:ext uri="{FF2B5EF4-FFF2-40B4-BE49-F238E27FC236}">
                <a16:creationId xmlns:a16="http://schemas.microsoft.com/office/drawing/2014/main" id="{8183B723-27A0-D436-66E0-A73DC1453AAE}"/>
              </a:ext>
            </a:extLst>
          </p:cNvPr>
          <p:cNvSpPr>
            <a:spLocks noGrp="1"/>
          </p:cNvSpPr>
          <p:nvPr>
            <p:ph type="sldNum" sz="quarter" idx="12"/>
          </p:nvPr>
        </p:nvSpPr>
        <p:spPr/>
        <p:txBody>
          <a:bodyPr/>
          <a:lstStyle/>
          <a:p>
            <a:fld id="{1C2C5912-D1F2-724D-868A-EEBBD4D1162A}" type="slidenum">
              <a:rPr lang="tr-TR" smtClean="0"/>
              <a:t>‹#›</a:t>
            </a:fld>
            <a:endParaRPr lang="tr-TR"/>
          </a:p>
        </p:txBody>
      </p:sp>
      <p:sp>
        <p:nvSpPr>
          <p:cNvPr id="5" name="fcSlideMaster.BoşFooter" descr=" &#10;Hizmete Özel | Restricted">
            <a:extLst>
              <a:ext uri="{FF2B5EF4-FFF2-40B4-BE49-F238E27FC236}">
                <a16:creationId xmlns:a16="http://schemas.microsoft.com/office/drawing/2014/main" id="{E14D0BA3-A541-5EE7-59FE-AC9951F18776}"/>
              </a:ext>
            </a:extLst>
          </p:cNvPr>
          <p:cNvSpPr txBox="1"/>
          <p:nvPr userDrawn="1"/>
        </p:nvSpPr>
        <p:spPr>
          <a:xfrm>
            <a:off x="0" y="6527800"/>
            <a:ext cx="12192000" cy="361637"/>
          </a:xfrm>
          <a:prstGeom prst="rect">
            <a:avLst/>
          </a:prstGeom>
          <a:solidFill>
            <a:srgbClr val="FFFFFF"/>
          </a:solidFill>
        </p:spPr>
        <p:txBody>
          <a:bodyPr vert="horz" rtlCol="0">
            <a:spAutoFit/>
          </a:bodyPr>
          <a:lstStyle/>
          <a:p>
            <a:pPr algn="ctr"/>
            <a:r>
              <a:rPr lang="tr-TR" sz="850" b="0" i="0" u="none" baseline="0">
                <a:solidFill>
                  <a:srgbClr val="000000"/>
                </a:solidFill>
                <a:latin typeface="Microsoft Sans Serif" panose="020B0604020202020204" pitchFamily="34" charset="0"/>
              </a:rPr>
              <a:t> </a:t>
            </a:r>
          </a:p>
          <a:p>
            <a:pPr algn="ctr"/>
            <a:r>
              <a:rPr lang="tr-TR" sz="900" b="1" i="0" u="none" baseline="0">
                <a:solidFill>
                  <a:srgbClr val="FFA500"/>
                </a:solidFill>
                <a:latin typeface="calibri" panose="020F0502020204030204" pitchFamily="34" charset="0"/>
              </a:rPr>
              <a:t>Hizmete Özel | Restricted</a:t>
            </a:r>
          </a:p>
        </p:txBody>
      </p:sp>
    </p:spTree>
    <p:extLst>
      <p:ext uri="{BB962C8B-B14F-4D97-AF65-F5344CB8AC3E}">
        <p14:creationId xmlns:p14="http://schemas.microsoft.com/office/powerpoint/2010/main" val="255373046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Başlıklı İçerik">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915250FB-43FB-F9D1-F67D-406A0450C87D}"/>
              </a:ext>
            </a:extLst>
          </p:cNvPr>
          <p:cNvSpPr>
            <a:spLocks noGrp="1"/>
          </p:cNvSpPr>
          <p:nvPr>
            <p:ph type="title"/>
          </p:nvPr>
        </p:nvSpPr>
        <p:spPr>
          <a:xfrm>
            <a:off x="839788" y="457200"/>
            <a:ext cx="3932237" cy="1600200"/>
          </a:xfrm>
        </p:spPr>
        <p:txBody>
          <a:bodyPr anchor="b"/>
          <a:lstStyle>
            <a:lvl1pPr>
              <a:defRPr sz="3200"/>
            </a:lvl1pPr>
          </a:lstStyle>
          <a:p>
            <a:r>
              <a:rPr lang="tr-TR"/>
              <a:t>Asıl başlık stilini düzenlemek için tıklayın</a:t>
            </a:r>
          </a:p>
        </p:txBody>
      </p:sp>
      <p:sp>
        <p:nvSpPr>
          <p:cNvPr id="3" name="İçerik Yer Tutucusu 2">
            <a:extLst>
              <a:ext uri="{FF2B5EF4-FFF2-40B4-BE49-F238E27FC236}">
                <a16:creationId xmlns:a16="http://schemas.microsoft.com/office/drawing/2014/main" id="{3B914C11-2E46-36BC-9667-5C486A292328}"/>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p>
        </p:txBody>
      </p:sp>
      <p:sp>
        <p:nvSpPr>
          <p:cNvPr id="4" name="Metin Yer Tutucusu 3">
            <a:extLst>
              <a:ext uri="{FF2B5EF4-FFF2-40B4-BE49-F238E27FC236}">
                <a16:creationId xmlns:a16="http://schemas.microsoft.com/office/drawing/2014/main" id="{416824D0-95DD-2097-AEA3-18C50BFB2B0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tr-TR"/>
              <a:t>Asıl metin stillerini düzenlemek için tıklayın</a:t>
            </a:r>
          </a:p>
        </p:txBody>
      </p:sp>
      <p:sp>
        <p:nvSpPr>
          <p:cNvPr id="5" name="Veri Yer Tutucusu 4">
            <a:extLst>
              <a:ext uri="{FF2B5EF4-FFF2-40B4-BE49-F238E27FC236}">
                <a16:creationId xmlns:a16="http://schemas.microsoft.com/office/drawing/2014/main" id="{7D592D95-003C-231E-BB3D-86E431564605}"/>
              </a:ext>
            </a:extLst>
          </p:cNvPr>
          <p:cNvSpPr>
            <a:spLocks noGrp="1"/>
          </p:cNvSpPr>
          <p:nvPr>
            <p:ph type="dt" sz="half" idx="10"/>
          </p:nvPr>
        </p:nvSpPr>
        <p:spPr/>
        <p:txBody>
          <a:bodyPr/>
          <a:lstStyle/>
          <a:p>
            <a:fld id="{B8B61AC2-5D60-6B4A-8368-87448AD860EB}" type="datetimeFigureOut">
              <a:rPr lang="tr-TR" smtClean="0"/>
              <a:t>10.09.2026</a:t>
            </a:fld>
            <a:endParaRPr lang="tr-TR"/>
          </a:p>
        </p:txBody>
      </p:sp>
      <p:sp>
        <p:nvSpPr>
          <p:cNvPr id="6" name="Alt Bilgi Yer Tutucusu 5">
            <a:extLst>
              <a:ext uri="{FF2B5EF4-FFF2-40B4-BE49-F238E27FC236}">
                <a16:creationId xmlns:a16="http://schemas.microsoft.com/office/drawing/2014/main" id="{52E2E33C-F212-145C-FFEE-94EE72A28B4C}"/>
              </a:ext>
            </a:extLst>
          </p:cNvPr>
          <p:cNvSpPr>
            <a:spLocks noGrp="1"/>
          </p:cNvSpPr>
          <p:nvPr>
            <p:ph type="ftr" sz="quarter" idx="11"/>
          </p:nvPr>
        </p:nvSpPr>
        <p:spPr/>
        <p:txBody>
          <a:bodyPr/>
          <a:lstStyle/>
          <a:p>
            <a:endParaRPr lang="tr-TR"/>
          </a:p>
        </p:txBody>
      </p:sp>
      <p:sp>
        <p:nvSpPr>
          <p:cNvPr id="7" name="Slayt Numarası Yer Tutucusu 6">
            <a:extLst>
              <a:ext uri="{FF2B5EF4-FFF2-40B4-BE49-F238E27FC236}">
                <a16:creationId xmlns:a16="http://schemas.microsoft.com/office/drawing/2014/main" id="{8AFA1EB5-6D1B-3BE7-255F-B4162B07C5D0}"/>
              </a:ext>
            </a:extLst>
          </p:cNvPr>
          <p:cNvSpPr>
            <a:spLocks noGrp="1"/>
          </p:cNvSpPr>
          <p:nvPr>
            <p:ph type="sldNum" sz="quarter" idx="12"/>
          </p:nvPr>
        </p:nvSpPr>
        <p:spPr/>
        <p:txBody>
          <a:bodyPr/>
          <a:lstStyle/>
          <a:p>
            <a:fld id="{1C2C5912-D1F2-724D-868A-EEBBD4D1162A}" type="slidenum">
              <a:rPr lang="tr-TR" smtClean="0"/>
              <a:t>‹#›</a:t>
            </a:fld>
            <a:endParaRPr lang="tr-TR"/>
          </a:p>
        </p:txBody>
      </p:sp>
      <p:sp>
        <p:nvSpPr>
          <p:cNvPr id="8" name="fcSlideMaster.Başlıklı İçerikFooter" descr=" &#10;Hizmete Özel | Restricted">
            <a:extLst>
              <a:ext uri="{FF2B5EF4-FFF2-40B4-BE49-F238E27FC236}">
                <a16:creationId xmlns:a16="http://schemas.microsoft.com/office/drawing/2014/main" id="{56248996-BE7D-5972-E186-3A7613138693}"/>
              </a:ext>
            </a:extLst>
          </p:cNvPr>
          <p:cNvSpPr txBox="1"/>
          <p:nvPr userDrawn="1"/>
        </p:nvSpPr>
        <p:spPr>
          <a:xfrm>
            <a:off x="0" y="6527800"/>
            <a:ext cx="12192000" cy="361637"/>
          </a:xfrm>
          <a:prstGeom prst="rect">
            <a:avLst/>
          </a:prstGeom>
          <a:solidFill>
            <a:srgbClr val="FFFFFF"/>
          </a:solidFill>
        </p:spPr>
        <p:txBody>
          <a:bodyPr vert="horz" rtlCol="0">
            <a:spAutoFit/>
          </a:bodyPr>
          <a:lstStyle/>
          <a:p>
            <a:pPr algn="ctr"/>
            <a:r>
              <a:rPr lang="tr-TR" sz="850" b="0" i="0" u="none" baseline="0">
                <a:solidFill>
                  <a:srgbClr val="000000"/>
                </a:solidFill>
                <a:latin typeface="Microsoft Sans Serif" panose="020B0604020202020204" pitchFamily="34" charset="0"/>
              </a:rPr>
              <a:t> </a:t>
            </a:r>
          </a:p>
          <a:p>
            <a:pPr algn="ctr"/>
            <a:r>
              <a:rPr lang="tr-TR" sz="900" b="1" i="0" u="none" baseline="0">
                <a:solidFill>
                  <a:srgbClr val="FFA500"/>
                </a:solidFill>
                <a:latin typeface="calibri" panose="020F0502020204030204" pitchFamily="34" charset="0"/>
              </a:rPr>
              <a:t>Hizmete Özel | Restricted</a:t>
            </a:r>
          </a:p>
        </p:txBody>
      </p:sp>
    </p:spTree>
    <p:extLst>
      <p:ext uri="{BB962C8B-B14F-4D97-AF65-F5344CB8AC3E}">
        <p14:creationId xmlns:p14="http://schemas.microsoft.com/office/powerpoint/2010/main" val="329719210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Başlıklı Resim">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CA913354-5058-40B5-600E-54D50319D5E9}"/>
              </a:ext>
            </a:extLst>
          </p:cNvPr>
          <p:cNvSpPr>
            <a:spLocks noGrp="1"/>
          </p:cNvSpPr>
          <p:nvPr>
            <p:ph type="title"/>
          </p:nvPr>
        </p:nvSpPr>
        <p:spPr>
          <a:xfrm>
            <a:off x="839788" y="457200"/>
            <a:ext cx="3932237" cy="1600200"/>
          </a:xfrm>
        </p:spPr>
        <p:txBody>
          <a:bodyPr anchor="b"/>
          <a:lstStyle>
            <a:lvl1pPr>
              <a:defRPr sz="3200"/>
            </a:lvl1pPr>
          </a:lstStyle>
          <a:p>
            <a:r>
              <a:rPr lang="tr-TR"/>
              <a:t>Asıl başlık stilini düzenlemek için tıklayın</a:t>
            </a:r>
          </a:p>
        </p:txBody>
      </p:sp>
      <p:sp>
        <p:nvSpPr>
          <p:cNvPr id="3" name="Resim Yer Tutucusu 2">
            <a:extLst>
              <a:ext uri="{FF2B5EF4-FFF2-40B4-BE49-F238E27FC236}">
                <a16:creationId xmlns:a16="http://schemas.microsoft.com/office/drawing/2014/main" id="{1AA451D0-775B-CE84-2074-491CEDCC091C}"/>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tr-TR"/>
          </a:p>
        </p:txBody>
      </p:sp>
      <p:sp>
        <p:nvSpPr>
          <p:cNvPr id="4" name="Metin Yer Tutucusu 3">
            <a:extLst>
              <a:ext uri="{FF2B5EF4-FFF2-40B4-BE49-F238E27FC236}">
                <a16:creationId xmlns:a16="http://schemas.microsoft.com/office/drawing/2014/main" id="{5E058C2F-54BD-864F-0FB6-6EB5B1A547A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tr-TR"/>
              <a:t>Asıl metin stillerini düzenlemek için tıklayın</a:t>
            </a:r>
          </a:p>
        </p:txBody>
      </p:sp>
      <p:sp>
        <p:nvSpPr>
          <p:cNvPr id="5" name="Veri Yer Tutucusu 4">
            <a:extLst>
              <a:ext uri="{FF2B5EF4-FFF2-40B4-BE49-F238E27FC236}">
                <a16:creationId xmlns:a16="http://schemas.microsoft.com/office/drawing/2014/main" id="{6F60E71B-B9B1-7AF5-F2F0-54E54066EAE6}"/>
              </a:ext>
            </a:extLst>
          </p:cNvPr>
          <p:cNvSpPr>
            <a:spLocks noGrp="1"/>
          </p:cNvSpPr>
          <p:nvPr>
            <p:ph type="dt" sz="half" idx="10"/>
          </p:nvPr>
        </p:nvSpPr>
        <p:spPr/>
        <p:txBody>
          <a:bodyPr/>
          <a:lstStyle/>
          <a:p>
            <a:fld id="{B8B61AC2-5D60-6B4A-8368-87448AD860EB}" type="datetimeFigureOut">
              <a:rPr lang="tr-TR" smtClean="0"/>
              <a:t>10.09.2026</a:t>
            </a:fld>
            <a:endParaRPr lang="tr-TR"/>
          </a:p>
        </p:txBody>
      </p:sp>
      <p:sp>
        <p:nvSpPr>
          <p:cNvPr id="6" name="Alt Bilgi Yer Tutucusu 5">
            <a:extLst>
              <a:ext uri="{FF2B5EF4-FFF2-40B4-BE49-F238E27FC236}">
                <a16:creationId xmlns:a16="http://schemas.microsoft.com/office/drawing/2014/main" id="{3472ED47-17CE-EDEA-3056-D4FAB5A8531F}"/>
              </a:ext>
            </a:extLst>
          </p:cNvPr>
          <p:cNvSpPr>
            <a:spLocks noGrp="1"/>
          </p:cNvSpPr>
          <p:nvPr>
            <p:ph type="ftr" sz="quarter" idx="11"/>
          </p:nvPr>
        </p:nvSpPr>
        <p:spPr/>
        <p:txBody>
          <a:bodyPr/>
          <a:lstStyle/>
          <a:p>
            <a:endParaRPr lang="tr-TR"/>
          </a:p>
        </p:txBody>
      </p:sp>
      <p:sp>
        <p:nvSpPr>
          <p:cNvPr id="7" name="Slayt Numarası Yer Tutucusu 6">
            <a:extLst>
              <a:ext uri="{FF2B5EF4-FFF2-40B4-BE49-F238E27FC236}">
                <a16:creationId xmlns:a16="http://schemas.microsoft.com/office/drawing/2014/main" id="{7A805E18-A58A-65E2-5AB8-7AD852B4627B}"/>
              </a:ext>
            </a:extLst>
          </p:cNvPr>
          <p:cNvSpPr>
            <a:spLocks noGrp="1"/>
          </p:cNvSpPr>
          <p:nvPr>
            <p:ph type="sldNum" sz="quarter" idx="12"/>
          </p:nvPr>
        </p:nvSpPr>
        <p:spPr/>
        <p:txBody>
          <a:bodyPr/>
          <a:lstStyle/>
          <a:p>
            <a:fld id="{1C2C5912-D1F2-724D-868A-EEBBD4D1162A}" type="slidenum">
              <a:rPr lang="tr-TR" smtClean="0"/>
              <a:t>‹#›</a:t>
            </a:fld>
            <a:endParaRPr lang="tr-TR"/>
          </a:p>
        </p:txBody>
      </p:sp>
      <p:sp>
        <p:nvSpPr>
          <p:cNvPr id="8" name="fcSlideMaster.Başlıklı ResimFooter" descr=" &#10;Hizmete Özel | Restricted">
            <a:extLst>
              <a:ext uri="{FF2B5EF4-FFF2-40B4-BE49-F238E27FC236}">
                <a16:creationId xmlns:a16="http://schemas.microsoft.com/office/drawing/2014/main" id="{DB618FBE-3028-590E-8BCD-7C4AB441EDC1}"/>
              </a:ext>
            </a:extLst>
          </p:cNvPr>
          <p:cNvSpPr txBox="1"/>
          <p:nvPr userDrawn="1"/>
        </p:nvSpPr>
        <p:spPr>
          <a:xfrm>
            <a:off x="0" y="6527800"/>
            <a:ext cx="12192000" cy="361637"/>
          </a:xfrm>
          <a:prstGeom prst="rect">
            <a:avLst/>
          </a:prstGeom>
          <a:solidFill>
            <a:srgbClr val="FFFFFF"/>
          </a:solidFill>
        </p:spPr>
        <p:txBody>
          <a:bodyPr vert="horz" rtlCol="0">
            <a:spAutoFit/>
          </a:bodyPr>
          <a:lstStyle/>
          <a:p>
            <a:pPr algn="ctr"/>
            <a:r>
              <a:rPr lang="tr-TR" sz="850" b="0" i="0" u="none" baseline="0">
                <a:solidFill>
                  <a:srgbClr val="000000"/>
                </a:solidFill>
                <a:latin typeface="Microsoft Sans Serif" panose="020B0604020202020204" pitchFamily="34" charset="0"/>
              </a:rPr>
              <a:t> </a:t>
            </a:r>
          </a:p>
          <a:p>
            <a:pPr algn="ctr"/>
            <a:r>
              <a:rPr lang="tr-TR" sz="900" b="1" i="0" u="none" baseline="0">
                <a:solidFill>
                  <a:srgbClr val="FFA500"/>
                </a:solidFill>
                <a:latin typeface="calibri" panose="020F0502020204030204" pitchFamily="34" charset="0"/>
              </a:rPr>
              <a:t>Hizmete Özel | Restricted</a:t>
            </a:r>
          </a:p>
        </p:txBody>
      </p:sp>
    </p:spTree>
    <p:extLst>
      <p:ext uri="{BB962C8B-B14F-4D97-AF65-F5344CB8AC3E}">
        <p14:creationId xmlns:p14="http://schemas.microsoft.com/office/powerpoint/2010/main" val="103333623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Başlık ve Dikey Metin">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3E17605C-1DF6-E815-2A6E-A743BB144B00}"/>
              </a:ext>
            </a:extLst>
          </p:cNvPr>
          <p:cNvSpPr>
            <a:spLocks noGrp="1"/>
          </p:cNvSpPr>
          <p:nvPr>
            <p:ph type="title"/>
          </p:nvPr>
        </p:nvSpPr>
        <p:spPr/>
        <p:txBody>
          <a:bodyPr/>
          <a:lstStyle/>
          <a:p>
            <a:r>
              <a:rPr lang="tr-TR"/>
              <a:t>Asıl başlık stilini düzenlemek için tıklayın</a:t>
            </a:r>
          </a:p>
        </p:txBody>
      </p:sp>
      <p:sp>
        <p:nvSpPr>
          <p:cNvPr id="3" name="Dikey Metin Yer Tutucusu 2">
            <a:extLst>
              <a:ext uri="{FF2B5EF4-FFF2-40B4-BE49-F238E27FC236}">
                <a16:creationId xmlns:a16="http://schemas.microsoft.com/office/drawing/2014/main" id="{8ECBB50B-9420-BAC2-B73A-4235F75A14EB}"/>
              </a:ext>
            </a:extLst>
          </p:cNvPr>
          <p:cNvSpPr>
            <a:spLocks noGrp="1"/>
          </p:cNvSpPr>
          <p:nvPr>
            <p:ph type="body" orient="vert" idx="1"/>
          </p:nvPr>
        </p:nvSpPr>
        <p:spPr/>
        <p:txBody>
          <a:bodyPr vert="eaVert"/>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p>
        </p:txBody>
      </p:sp>
      <p:sp>
        <p:nvSpPr>
          <p:cNvPr id="4" name="Veri Yer Tutucusu 3">
            <a:extLst>
              <a:ext uri="{FF2B5EF4-FFF2-40B4-BE49-F238E27FC236}">
                <a16:creationId xmlns:a16="http://schemas.microsoft.com/office/drawing/2014/main" id="{EFD42551-B9C2-3EFD-3CC7-943CDD87017C}"/>
              </a:ext>
            </a:extLst>
          </p:cNvPr>
          <p:cNvSpPr>
            <a:spLocks noGrp="1"/>
          </p:cNvSpPr>
          <p:nvPr>
            <p:ph type="dt" sz="half" idx="10"/>
          </p:nvPr>
        </p:nvSpPr>
        <p:spPr/>
        <p:txBody>
          <a:bodyPr/>
          <a:lstStyle/>
          <a:p>
            <a:fld id="{B8B61AC2-5D60-6B4A-8368-87448AD860EB}" type="datetimeFigureOut">
              <a:rPr lang="tr-TR" smtClean="0"/>
              <a:t>10.09.2026</a:t>
            </a:fld>
            <a:endParaRPr lang="tr-TR"/>
          </a:p>
        </p:txBody>
      </p:sp>
      <p:sp>
        <p:nvSpPr>
          <p:cNvPr id="5" name="Alt Bilgi Yer Tutucusu 4">
            <a:extLst>
              <a:ext uri="{FF2B5EF4-FFF2-40B4-BE49-F238E27FC236}">
                <a16:creationId xmlns:a16="http://schemas.microsoft.com/office/drawing/2014/main" id="{C83B6518-5303-4705-692D-36CC42C81471}"/>
              </a:ext>
            </a:extLst>
          </p:cNvPr>
          <p:cNvSpPr>
            <a:spLocks noGrp="1"/>
          </p:cNvSpPr>
          <p:nvPr>
            <p:ph type="ftr" sz="quarter" idx="11"/>
          </p:nvPr>
        </p:nvSpPr>
        <p:spPr/>
        <p:txBody>
          <a:bodyPr/>
          <a:lstStyle/>
          <a:p>
            <a:endParaRPr lang="tr-TR"/>
          </a:p>
        </p:txBody>
      </p:sp>
      <p:sp>
        <p:nvSpPr>
          <p:cNvPr id="6" name="Slayt Numarası Yer Tutucusu 5">
            <a:extLst>
              <a:ext uri="{FF2B5EF4-FFF2-40B4-BE49-F238E27FC236}">
                <a16:creationId xmlns:a16="http://schemas.microsoft.com/office/drawing/2014/main" id="{524C0901-2F5C-86C7-CD0D-87BAD8B426D9}"/>
              </a:ext>
            </a:extLst>
          </p:cNvPr>
          <p:cNvSpPr>
            <a:spLocks noGrp="1"/>
          </p:cNvSpPr>
          <p:nvPr>
            <p:ph type="sldNum" sz="quarter" idx="12"/>
          </p:nvPr>
        </p:nvSpPr>
        <p:spPr/>
        <p:txBody>
          <a:bodyPr/>
          <a:lstStyle/>
          <a:p>
            <a:fld id="{1C2C5912-D1F2-724D-868A-EEBBD4D1162A}" type="slidenum">
              <a:rPr lang="tr-TR" smtClean="0"/>
              <a:t>‹#›</a:t>
            </a:fld>
            <a:endParaRPr lang="tr-TR"/>
          </a:p>
        </p:txBody>
      </p:sp>
      <p:sp>
        <p:nvSpPr>
          <p:cNvPr id="7" name="fcSlideMaster.Başlık ve Dikey MetinFooter" descr=" &#10;Hizmete Özel | Restricted">
            <a:extLst>
              <a:ext uri="{FF2B5EF4-FFF2-40B4-BE49-F238E27FC236}">
                <a16:creationId xmlns:a16="http://schemas.microsoft.com/office/drawing/2014/main" id="{587553F6-11F3-3179-9183-73A39C4C9830}"/>
              </a:ext>
            </a:extLst>
          </p:cNvPr>
          <p:cNvSpPr txBox="1"/>
          <p:nvPr userDrawn="1"/>
        </p:nvSpPr>
        <p:spPr>
          <a:xfrm>
            <a:off x="0" y="6527800"/>
            <a:ext cx="12192000" cy="361637"/>
          </a:xfrm>
          <a:prstGeom prst="rect">
            <a:avLst/>
          </a:prstGeom>
          <a:solidFill>
            <a:srgbClr val="FFFFFF"/>
          </a:solidFill>
        </p:spPr>
        <p:txBody>
          <a:bodyPr vert="horz" rtlCol="0">
            <a:spAutoFit/>
          </a:bodyPr>
          <a:lstStyle/>
          <a:p>
            <a:pPr algn="ctr"/>
            <a:r>
              <a:rPr lang="tr-TR" sz="850" b="0" i="0" u="none" baseline="0">
                <a:solidFill>
                  <a:srgbClr val="000000"/>
                </a:solidFill>
                <a:latin typeface="Microsoft Sans Serif" panose="020B0604020202020204" pitchFamily="34" charset="0"/>
              </a:rPr>
              <a:t> </a:t>
            </a:r>
          </a:p>
          <a:p>
            <a:pPr algn="ctr"/>
            <a:r>
              <a:rPr lang="tr-TR" sz="900" b="1" i="0" u="none" baseline="0">
                <a:solidFill>
                  <a:srgbClr val="FFA500"/>
                </a:solidFill>
                <a:latin typeface="calibri" panose="020F0502020204030204" pitchFamily="34" charset="0"/>
              </a:rPr>
              <a:t>Hizmete Özel | Restricted</a:t>
            </a:r>
          </a:p>
        </p:txBody>
      </p:sp>
    </p:spTree>
    <p:extLst>
      <p:ext uri="{BB962C8B-B14F-4D97-AF65-F5344CB8AC3E}">
        <p14:creationId xmlns:p14="http://schemas.microsoft.com/office/powerpoint/2010/main" val="285694588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Dikey Başlık ve Metin">
    <p:spTree>
      <p:nvGrpSpPr>
        <p:cNvPr id="1" name=""/>
        <p:cNvGrpSpPr/>
        <p:nvPr/>
      </p:nvGrpSpPr>
      <p:grpSpPr>
        <a:xfrm>
          <a:off x="0" y="0"/>
          <a:ext cx="0" cy="0"/>
          <a:chOff x="0" y="0"/>
          <a:chExt cx="0" cy="0"/>
        </a:xfrm>
      </p:grpSpPr>
      <p:sp>
        <p:nvSpPr>
          <p:cNvPr id="2" name="Dikey Başlık 1">
            <a:extLst>
              <a:ext uri="{FF2B5EF4-FFF2-40B4-BE49-F238E27FC236}">
                <a16:creationId xmlns:a16="http://schemas.microsoft.com/office/drawing/2014/main" id="{7F142E99-0CDC-A9B4-D84B-2AD78E54D58D}"/>
              </a:ext>
            </a:extLst>
          </p:cNvPr>
          <p:cNvSpPr>
            <a:spLocks noGrp="1"/>
          </p:cNvSpPr>
          <p:nvPr>
            <p:ph type="title" orient="vert"/>
          </p:nvPr>
        </p:nvSpPr>
        <p:spPr>
          <a:xfrm>
            <a:off x="8724900" y="365125"/>
            <a:ext cx="2628900" cy="5811838"/>
          </a:xfrm>
        </p:spPr>
        <p:txBody>
          <a:bodyPr vert="eaVert"/>
          <a:lstStyle/>
          <a:p>
            <a:r>
              <a:rPr lang="tr-TR"/>
              <a:t>Asıl başlık stilini düzenlemek için tıklayın</a:t>
            </a:r>
          </a:p>
        </p:txBody>
      </p:sp>
      <p:sp>
        <p:nvSpPr>
          <p:cNvPr id="3" name="Dikey Metin Yer Tutucusu 2">
            <a:extLst>
              <a:ext uri="{FF2B5EF4-FFF2-40B4-BE49-F238E27FC236}">
                <a16:creationId xmlns:a16="http://schemas.microsoft.com/office/drawing/2014/main" id="{062B835B-4975-E040-5B48-DB2048A47FE9}"/>
              </a:ext>
            </a:extLst>
          </p:cNvPr>
          <p:cNvSpPr>
            <a:spLocks noGrp="1"/>
          </p:cNvSpPr>
          <p:nvPr>
            <p:ph type="body" orient="vert" idx="1"/>
          </p:nvPr>
        </p:nvSpPr>
        <p:spPr>
          <a:xfrm>
            <a:off x="838200" y="365125"/>
            <a:ext cx="7734300" cy="5811838"/>
          </a:xfrm>
        </p:spPr>
        <p:txBody>
          <a:bodyPr vert="eaVert"/>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p>
        </p:txBody>
      </p:sp>
      <p:sp>
        <p:nvSpPr>
          <p:cNvPr id="4" name="Veri Yer Tutucusu 3">
            <a:extLst>
              <a:ext uri="{FF2B5EF4-FFF2-40B4-BE49-F238E27FC236}">
                <a16:creationId xmlns:a16="http://schemas.microsoft.com/office/drawing/2014/main" id="{1BC7F2A5-5727-9E3E-69F9-C142088DE009}"/>
              </a:ext>
            </a:extLst>
          </p:cNvPr>
          <p:cNvSpPr>
            <a:spLocks noGrp="1"/>
          </p:cNvSpPr>
          <p:nvPr>
            <p:ph type="dt" sz="half" idx="10"/>
          </p:nvPr>
        </p:nvSpPr>
        <p:spPr/>
        <p:txBody>
          <a:bodyPr/>
          <a:lstStyle/>
          <a:p>
            <a:fld id="{B8B61AC2-5D60-6B4A-8368-87448AD860EB}" type="datetimeFigureOut">
              <a:rPr lang="tr-TR" smtClean="0"/>
              <a:t>10.09.2026</a:t>
            </a:fld>
            <a:endParaRPr lang="tr-TR"/>
          </a:p>
        </p:txBody>
      </p:sp>
      <p:sp>
        <p:nvSpPr>
          <p:cNvPr id="5" name="Alt Bilgi Yer Tutucusu 4">
            <a:extLst>
              <a:ext uri="{FF2B5EF4-FFF2-40B4-BE49-F238E27FC236}">
                <a16:creationId xmlns:a16="http://schemas.microsoft.com/office/drawing/2014/main" id="{8ED836BA-3076-332C-55A1-E9F6F53D6E58}"/>
              </a:ext>
            </a:extLst>
          </p:cNvPr>
          <p:cNvSpPr>
            <a:spLocks noGrp="1"/>
          </p:cNvSpPr>
          <p:nvPr>
            <p:ph type="ftr" sz="quarter" idx="11"/>
          </p:nvPr>
        </p:nvSpPr>
        <p:spPr/>
        <p:txBody>
          <a:bodyPr/>
          <a:lstStyle/>
          <a:p>
            <a:endParaRPr lang="tr-TR"/>
          </a:p>
        </p:txBody>
      </p:sp>
      <p:sp>
        <p:nvSpPr>
          <p:cNvPr id="6" name="Slayt Numarası Yer Tutucusu 5">
            <a:extLst>
              <a:ext uri="{FF2B5EF4-FFF2-40B4-BE49-F238E27FC236}">
                <a16:creationId xmlns:a16="http://schemas.microsoft.com/office/drawing/2014/main" id="{15CC892D-AA18-4843-7360-F7E29497452C}"/>
              </a:ext>
            </a:extLst>
          </p:cNvPr>
          <p:cNvSpPr>
            <a:spLocks noGrp="1"/>
          </p:cNvSpPr>
          <p:nvPr>
            <p:ph type="sldNum" sz="quarter" idx="12"/>
          </p:nvPr>
        </p:nvSpPr>
        <p:spPr/>
        <p:txBody>
          <a:bodyPr/>
          <a:lstStyle/>
          <a:p>
            <a:fld id="{1C2C5912-D1F2-724D-868A-EEBBD4D1162A}" type="slidenum">
              <a:rPr lang="tr-TR" smtClean="0"/>
              <a:t>‹#›</a:t>
            </a:fld>
            <a:endParaRPr lang="tr-TR"/>
          </a:p>
        </p:txBody>
      </p:sp>
      <p:sp>
        <p:nvSpPr>
          <p:cNvPr id="7" name="fcSlideMaster.Dikey Başlık ve MetinFooter" descr=" &#10;Hizmete Özel | Restricted">
            <a:extLst>
              <a:ext uri="{FF2B5EF4-FFF2-40B4-BE49-F238E27FC236}">
                <a16:creationId xmlns:a16="http://schemas.microsoft.com/office/drawing/2014/main" id="{1E02B66C-288F-CAA5-FC48-0D08F64F81CC}"/>
              </a:ext>
            </a:extLst>
          </p:cNvPr>
          <p:cNvSpPr txBox="1"/>
          <p:nvPr userDrawn="1"/>
        </p:nvSpPr>
        <p:spPr>
          <a:xfrm>
            <a:off x="0" y="6527800"/>
            <a:ext cx="12192000" cy="361637"/>
          </a:xfrm>
          <a:prstGeom prst="rect">
            <a:avLst/>
          </a:prstGeom>
          <a:solidFill>
            <a:srgbClr val="FFFFFF"/>
          </a:solidFill>
        </p:spPr>
        <p:txBody>
          <a:bodyPr vert="horz" rtlCol="0">
            <a:spAutoFit/>
          </a:bodyPr>
          <a:lstStyle/>
          <a:p>
            <a:pPr algn="ctr"/>
            <a:r>
              <a:rPr lang="tr-TR" sz="850" b="0" i="0" u="none" baseline="0">
                <a:solidFill>
                  <a:srgbClr val="000000"/>
                </a:solidFill>
                <a:latin typeface="Microsoft Sans Serif" panose="020B0604020202020204" pitchFamily="34" charset="0"/>
              </a:rPr>
              <a:t> </a:t>
            </a:r>
          </a:p>
          <a:p>
            <a:pPr algn="ctr"/>
            <a:r>
              <a:rPr lang="tr-TR" sz="900" b="1" i="0" u="none" baseline="0">
                <a:solidFill>
                  <a:srgbClr val="FFA500"/>
                </a:solidFill>
                <a:latin typeface="calibri" panose="020F0502020204030204" pitchFamily="34" charset="0"/>
              </a:rPr>
              <a:t>Hizmete Özel | Restricted</a:t>
            </a:r>
          </a:p>
        </p:txBody>
      </p:sp>
    </p:spTree>
    <p:extLst>
      <p:ext uri="{BB962C8B-B14F-4D97-AF65-F5344CB8AC3E}">
        <p14:creationId xmlns:p14="http://schemas.microsoft.com/office/powerpoint/2010/main" val="256110055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 preserve="1">
  <p:cSld name="Başlık ve İçerik">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tr-TR"/>
              <a:t>Asıl başlık stilini düzenlemek için tıklayın</a:t>
            </a:r>
            <a:endParaRPr lang="en-US" dirty="0"/>
          </a:p>
        </p:txBody>
      </p:sp>
      <p:sp>
        <p:nvSpPr>
          <p:cNvPr id="3" name="Content Placeholder 2"/>
          <p:cNvSpPr>
            <a:spLocks noGrp="1"/>
          </p:cNvSpPr>
          <p:nvPr>
            <p:ph idx="1"/>
          </p:nvPr>
        </p:nvSpPr>
        <p:spPr/>
        <p:txBody>
          <a:bodyPr/>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endParaRPr lang="en-US" dirty="0"/>
          </a:p>
        </p:txBody>
      </p:sp>
      <p:sp>
        <p:nvSpPr>
          <p:cNvPr id="4" name="Date Placeholder 3"/>
          <p:cNvSpPr>
            <a:spLocks noGrp="1"/>
          </p:cNvSpPr>
          <p:nvPr>
            <p:ph type="dt" sz="half" idx="10"/>
          </p:nvPr>
        </p:nvSpPr>
        <p:spPr/>
        <p:txBody>
          <a:bodyPr/>
          <a:lstStyle/>
          <a:p>
            <a:fld id="{0425F2CC-CBEB-8640-A43D-3E0508917F3D}" type="datetimeFigureOut">
              <a:rPr lang="tr-TR" smtClean="0"/>
              <a:t>10.09.2026</a:t>
            </a:fld>
            <a:endParaRPr lang="tr-TR"/>
          </a:p>
        </p:txBody>
      </p:sp>
      <p:sp>
        <p:nvSpPr>
          <p:cNvPr id="5" name="Footer Placeholder 4"/>
          <p:cNvSpPr>
            <a:spLocks noGrp="1"/>
          </p:cNvSpPr>
          <p:nvPr>
            <p:ph type="ftr" sz="quarter" idx="11"/>
          </p:nvPr>
        </p:nvSpPr>
        <p:spPr/>
        <p:txBody>
          <a:bodyPr/>
          <a:lstStyle/>
          <a:p>
            <a:endParaRPr lang="tr-TR"/>
          </a:p>
        </p:txBody>
      </p:sp>
      <p:sp>
        <p:nvSpPr>
          <p:cNvPr id="6" name="Slide Number Placeholder 5"/>
          <p:cNvSpPr>
            <a:spLocks noGrp="1"/>
          </p:cNvSpPr>
          <p:nvPr>
            <p:ph type="sldNum" sz="quarter" idx="12"/>
          </p:nvPr>
        </p:nvSpPr>
        <p:spPr/>
        <p:txBody>
          <a:bodyPr/>
          <a:lstStyle/>
          <a:p>
            <a:fld id="{0BE6D1F2-AC81-9D43-B305-0E8676E23139}" type="slidenum">
              <a:rPr lang="tr-TR" smtClean="0"/>
              <a:t>‹#›</a:t>
            </a:fld>
            <a:endParaRPr lang="tr-TR"/>
          </a:p>
        </p:txBody>
      </p:sp>
    </p:spTree>
    <p:extLst>
      <p:ext uri="{BB962C8B-B14F-4D97-AF65-F5344CB8AC3E}">
        <p14:creationId xmlns:p14="http://schemas.microsoft.com/office/powerpoint/2010/main" val="141591055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Boş">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425F2CC-CBEB-8640-A43D-3E0508917F3D}" type="datetimeFigureOut">
              <a:rPr lang="tr-TR" smtClean="0"/>
              <a:t>10.09.2026</a:t>
            </a:fld>
            <a:endParaRPr lang="tr-TR"/>
          </a:p>
        </p:txBody>
      </p:sp>
      <p:sp>
        <p:nvSpPr>
          <p:cNvPr id="3" name="Footer Placeholder 2"/>
          <p:cNvSpPr>
            <a:spLocks noGrp="1"/>
          </p:cNvSpPr>
          <p:nvPr>
            <p:ph type="ftr" sz="quarter" idx="11"/>
          </p:nvPr>
        </p:nvSpPr>
        <p:spPr/>
        <p:txBody>
          <a:bodyPr/>
          <a:lstStyle/>
          <a:p>
            <a:endParaRPr lang="tr-TR"/>
          </a:p>
        </p:txBody>
      </p:sp>
      <p:sp>
        <p:nvSpPr>
          <p:cNvPr id="4" name="Slide Number Placeholder 3"/>
          <p:cNvSpPr>
            <a:spLocks noGrp="1"/>
          </p:cNvSpPr>
          <p:nvPr>
            <p:ph type="sldNum" sz="quarter" idx="12"/>
          </p:nvPr>
        </p:nvSpPr>
        <p:spPr/>
        <p:txBody>
          <a:bodyPr/>
          <a:lstStyle/>
          <a:p>
            <a:fld id="{0BE6D1F2-AC81-9D43-B305-0E8676E23139}" type="slidenum">
              <a:rPr lang="tr-TR" smtClean="0"/>
              <a:t>‹#›</a:t>
            </a:fld>
            <a:endParaRPr lang="tr-TR"/>
          </a:p>
        </p:txBody>
      </p:sp>
    </p:spTree>
    <p:extLst>
      <p:ext uri="{BB962C8B-B14F-4D97-AF65-F5344CB8AC3E}">
        <p14:creationId xmlns:p14="http://schemas.microsoft.com/office/powerpoint/2010/main" val="345453097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itle">
  <p:cSld name="Başlık Slaydı">
    <p:spTree>
      <p:nvGrpSpPr>
        <p:cNvPr id="1" name=""/>
        <p:cNvGrpSpPr/>
        <p:nvPr/>
      </p:nvGrpSpPr>
      <p:grpSpPr>
        <a:xfrm>
          <a:off x="0" y="0"/>
          <a:ext cx="0" cy="0"/>
          <a:chOff x="0" y="0"/>
          <a:chExt cx="0" cy="0"/>
        </a:xfrm>
      </p:grpSpPr>
      <p:sp>
        <p:nvSpPr>
          <p:cNvPr id="2" name="Unvan 1"/>
          <p:cNvSpPr>
            <a:spLocks noGrp="1"/>
          </p:cNvSpPr>
          <p:nvPr>
            <p:ph type="ctrTitle"/>
          </p:nvPr>
        </p:nvSpPr>
        <p:spPr>
          <a:xfrm>
            <a:off x="1524000" y="1122363"/>
            <a:ext cx="9144000" cy="2387600"/>
          </a:xfrm>
        </p:spPr>
        <p:txBody>
          <a:bodyPr anchor="b"/>
          <a:lstStyle>
            <a:lvl1pPr algn="ctr">
              <a:defRPr sz="6000"/>
            </a:lvl1pPr>
          </a:lstStyle>
          <a:p>
            <a:r>
              <a:rPr lang="tr-TR"/>
              <a:t>Asıl başlık stili için tıklatın</a:t>
            </a:r>
          </a:p>
        </p:txBody>
      </p:sp>
      <p:sp>
        <p:nvSpPr>
          <p:cNvPr id="3" name="Alt Başlık 2"/>
          <p:cNvSpPr>
            <a:spLocks noGrp="1"/>
          </p:cNvSpPr>
          <p:nvPr>
            <p:ph type="subTitle" idx="1"/>
          </p:nvPr>
        </p:nvSpPr>
        <p:spPr>
          <a:xfrm>
            <a:off x="1524000" y="3602037"/>
            <a:ext cx="9144000" cy="1655763"/>
          </a:xfrm>
        </p:spPr>
        <p:txBody>
          <a:bodyPr/>
          <a:lstStyle>
            <a:lvl1pPr marL="0" indent="0" algn="ctr">
              <a:buNone/>
              <a:defRPr sz="2400"/>
            </a:lvl1pPr>
            <a:lvl2pPr marL="457189" indent="0" algn="ctr">
              <a:buNone/>
              <a:defRPr sz="2000"/>
            </a:lvl2pPr>
            <a:lvl3pPr marL="914377" indent="0" algn="ctr">
              <a:buNone/>
              <a:defRPr sz="1800"/>
            </a:lvl3pPr>
            <a:lvl4pPr marL="1371566" indent="0" algn="ctr">
              <a:buNone/>
              <a:defRPr sz="1600"/>
            </a:lvl4pPr>
            <a:lvl5pPr marL="1828754" indent="0" algn="ctr">
              <a:buNone/>
              <a:defRPr sz="1600"/>
            </a:lvl5pPr>
            <a:lvl6pPr marL="2285943" indent="0" algn="ctr">
              <a:buNone/>
              <a:defRPr sz="1600"/>
            </a:lvl6pPr>
            <a:lvl7pPr marL="2743131" indent="0" algn="ctr">
              <a:buNone/>
              <a:defRPr sz="1600"/>
            </a:lvl7pPr>
            <a:lvl8pPr marL="3200320" indent="0" algn="ctr">
              <a:buNone/>
              <a:defRPr sz="1600"/>
            </a:lvl8pPr>
            <a:lvl9pPr marL="3657509" indent="0" algn="ctr">
              <a:buNone/>
              <a:defRPr sz="1600"/>
            </a:lvl9pPr>
          </a:lstStyle>
          <a:p>
            <a:r>
              <a:rPr lang="tr-TR"/>
              <a:t>Asıl alt başlık stilini düzenlemek için tıklatın</a:t>
            </a:r>
          </a:p>
        </p:txBody>
      </p:sp>
      <p:sp>
        <p:nvSpPr>
          <p:cNvPr id="4" name="Veri Yer Tutucusu 3"/>
          <p:cNvSpPr>
            <a:spLocks noGrp="1"/>
          </p:cNvSpPr>
          <p:nvPr>
            <p:ph type="dt" sz="half" idx="10"/>
          </p:nvPr>
        </p:nvSpPr>
        <p:spPr/>
        <p:txBody>
          <a:bodyPr/>
          <a:lstStyle/>
          <a:p>
            <a:fld id="{AC1E22FF-9591-453C-BA8A-EB31F5432A4C}" type="datetimeFigureOut">
              <a:rPr lang="tr-TR" smtClean="0"/>
              <a:t>10.09.2026</a:t>
            </a:fld>
            <a:endParaRPr lang="tr-TR"/>
          </a:p>
        </p:txBody>
      </p:sp>
      <p:sp>
        <p:nvSpPr>
          <p:cNvPr id="5" name="Altbilgi Yer Tutucusu 4"/>
          <p:cNvSpPr>
            <a:spLocks noGrp="1"/>
          </p:cNvSpPr>
          <p:nvPr>
            <p:ph type="ftr" sz="quarter" idx="11"/>
          </p:nvPr>
        </p:nvSpPr>
        <p:spPr/>
        <p:txBody>
          <a:bodyPr/>
          <a:lstStyle/>
          <a:p>
            <a:endParaRPr lang="tr-TR"/>
          </a:p>
        </p:txBody>
      </p:sp>
      <p:sp>
        <p:nvSpPr>
          <p:cNvPr id="6" name="Slayt Numarası Yer Tutucusu 5"/>
          <p:cNvSpPr>
            <a:spLocks noGrp="1"/>
          </p:cNvSpPr>
          <p:nvPr>
            <p:ph type="sldNum" sz="quarter" idx="12"/>
          </p:nvPr>
        </p:nvSpPr>
        <p:spPr/>
        <p:txBody>
          <a:bodyPr/>
          <a:lstStyle/>
          <a:p>
            <a:fld id="{43F36446-3974-42EA-848E-B700C1C5BF14}" type="slidenum">
              <a:rPr lang="tr-TR" smtClean="0"/>
              <a:t>‹#›</a:t>
            </a:fld>
            <a:endParaRPr lang="tr-TR"/>
          </a:p>
        </p:txBody>
      </p:sp>
      <p:sp>
        <p:nvSpPr>
          <p:cNvPr id="7" name="fcSlideMaster.Başlık SlaydıFooter" descr=" &#10;Kurum İçi | Internal"/>
          <p:cNvSpPr txBox="1"/>
          <p:nvPr userDrawn="1"/>
        </p:nvSpPr>
        <p:spPr>
          <a:xfrm>
            <a:off x="0" y="6527800"/>
            <a:ext cx="12192000" cy="361766"/>
          </a:xfrm>
          <a:prstGeom prst="rect">
            <a:avLst/>
          </a:prstGeom>
          <a:noFill/>
        </p:spPr>
        <p:txBody>
          <a:bodyPr vert="horz" rtlCol="0">
            <a:spAutoFit/>
          </a:bodyPr>
          <a:lstStyle/>
          <a:p>
            <a:pPr algn="ctr"/>
            <a:r>
              <a:rPr lang="tr-TR" sz="851" b="0" i="0" u="none" baseline="0">
                <a:solidFill>
                  <a:srgbClr val="000000"/>
                </a:solidFill>
                <a:latin typeface="Microsoft Sans Serif" panose="020B0604020202020204" pitchFamily="34" charset="0"/>
              </a:rPr>
              <a:t> </a:t>
            </a:r>
          </a:p>
          <a:p>
            <a:pPr algn="ctr"/>
            <a:r>
              <a:rPr lang="tr-TR" sz="900" b="1" i="0" u="none" baseline="0">
                <a:solidFill>
                  <a:srgbClr val="000080"/>
                </a:solidFill>
                <a:latin typeface="calibri" panose="020F0502020204030204" pitchFamily="34" charset="0"/>
              </a:rPr>
              <a:t>Kurum İçi | Internal</a:t>
            </a:r>
          </a:p>
        </p:txBody>
      </p:sp>
    </p:spTree>
    <p:extLst>
      <p:ext uri="{BB962C8B-B14F-4D97-AF65-F5344CB8AC3E}">
        <p14:creationId xmlns:p14="http://schemas.microsoft.com/office/powerpoint/2010/main" val="377041177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userDrawn="1">
  <p:cSld name="Title Slide">
    <p:spTree>
      <p:nvGrpSpPr>
        <p:cNvPr id="1" name=""/>
        <p:cNvGrpSpPr/>
        <p:nvPr/>
      </p:nvGrpSpPr>
      <p:grpSpPr>
        <a:xfrm>
          <a:off x="0" y="0"/>
          <a:ext cx="0" cy="0"/>
          <a:chOff x="0" y="0"/>
          <a:chExt cx="0" cy="0"/>
        </a:xfrm>
      </p:grpSpPr>
      <p:sp>
        <p:nvSpPr>
          <p:cNvPr id="3" name="fcSlideMaster.60_Title SlideFooter" descr=" &#10;Hizmete Özel | Restricted">
            <a:extLst>
              <a:ext uri="{FF2B5EF4-FFF2-40B4-BE49-F238E27FC236}">
                <a16:creationId xmlns:a16="http://schemas.microsoft.com/office/drawing/2014/main" id="{B74A754E-6566-CDC0-E027-296B4DFC0C7A}"/>
              </a:ext>
            </a:extLst>
          </p:cNvPr>
          <p:cNvSpPr txBox="1"/>
          <p:nvPr userDrawn="1"/>
        </p:nvSpPr>
        <p:spPr>
          <a:xfrm>
            <a:off x="0" y="6417733"/>
            <a:ext cx="12192000" cy="256352"/>
          </a:xfrm>
          <a:prstGeom prst="rect">
            <a:avLst/>
          </a:prstGeom>
          <a:solidFill>
            <a:srgbClr val="FFFFFF"/>
          </a:solidFill>
        </p:spPr>
        <p:txBody>
          <a:bodyPr vert="horz" rtlCol="0">
            <a:spAutoFit/>
          </a:bodyPr>
          <a:lstStyle/>
          <a:p>
            <a:pPr algn="ctr"/>
            <a:r>
              <a:rPr lang="tr-TR" sz="533" b="0" i="0" u="none" spc="400" baseline="0" dirty="0">
                <a:solidFill>
                  <a:schemeClr val="bg1">
                    <a:lumMod val="75000"/>
                  </a:schemeClr>
                </a:solidFill>
                <a:latin typeface="GILROY-LIGHT" pitchFamily="2" charset="0"/>
              </a:rPr>
              <a:t> </a:t>
            </a:r>
          </a:p>
          <a:p>
            <a:pPr algn="ctr"/>
            <a:r>
              <a:rPr lang="tr-TR" sz="533" b="0" i="0" u="none" spc="400" baseline="0" dirty="0">
                <a:solidFill>
                  <a:schemeClr val="bg1">
                    <a:lumMod val="75000"/>
                  </a:schemeClr>
                </a:solidFill>
                <a:latin typeface="GILROY-LIGHT" pitchFamily="2" charset="0"/>
              </a:rPr>
              <a:t>HİZMETE ÖZEL | RESTRICTED</a:t>
            </a:r>
          </a:p>
        </p:txBody>
      </p:sp>
    </p:spTree>
    <p:extLst>
      <p:ext uri="{BB962C8B-B14F-4D97-AF65-F5344CB8AC3E}">
        <p14:creationId xmlns:p14="http://schemas.microsoft.com/office/powerpoint/2010/main" val="368398222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userDrawn="1">
  <p:cSld name="Title and Content">
    <p:spTree>
      <p:nvGrpSpPr>
        <p:cNvPr id="1" name=""/>
        <p:cNvGrpSpPr/>
        <p:nvPr/>
      </p:nvGrpSpPr>
      <p:grpSpPr>
        <a:xfrm>
          <a:off x="0" y="0"/>
          <a:ext cx="0" cy="0"/>
          <a:chOff x="0" y="0"/>
          <a:chExt cx="0" cy="0"/>
        </a:xfrm>
      </p:grpSpPr>
      <p:sp>
        <p:nvSpPr>
          <p:cNvPr id="10" name="Picture Placeholder 9">
            <a:extLst>
              <a:ext uri="{FF2B5EF4-FFF2-40B4-BE49-F238E27FC236}">
                <a16:creationId xmlns:a16="http://schemas.microsoft.com/office/drawing/2014/main" id="{B1BE6F94-2B6B-8C46-0FFB-4A6CF0911A0F}"/>
              </a:ext>
            </a:extLst>
          </p:cNvPr>
          <p:cNvSpPr>
            <a:spLocks noGrp="1"/>
          </p:cNvSpPr>
          <p:nvPr>
            <p:ph type="pic" sz="quarter" idx="10"/>
          </p:nvPr>
        </p:nvSpPr>
        <p:spPr>
          <a:xfrm>
            <a:off x="5324476" y="1281823"/>
            <a:ext cx="6867525" cy="5576179"/>
          </a:xfrm>
          <a:custGeom>
            <a:avLst/>
            <a:gdLst>
              <a:gd name="connsiteX0" fmla="*/ 0 w 6867525"/>
              <a:gd name="connsiteY0" fmla="*/ 0 h 5576179"/>
              <a:gd name="connsiteX1" fmla="*/ 6867525 w 6867525"/>
              <a:gd name="connsiteY1" fmla="*/ 0 h 5576179"/>
              <a:gd name="connsiteX2" fmla="*/ 6867525 w 6867525"/>
              <a:gd name="connsiteY2" fmla="*/ 5576179 h 5576179"/>
              <a:gd name="connsiteX3" fmla="*/ 0 w 6867525"/>
              <a:gd name="connsiteY3" fmla="*/ 5576179 h 5576179"/>
            </a:gdLst>
            <a:ahLst/>
            <a:cxnLst>
              <a:cxn ang="0">
                <a:pos x="connsiteX0" y="connsiteY0"/>
              </a:cxn>
              <a:cxn ang="0">
                <a:pos x="connsiteX1" y="connsiteY1"/>
              </a:cxn>
              <a:cxn ang="0">
                <a:pos x="connsiteX2" y="connsiteY2"/>
              </a:cxn>
              <a:cxn ang="0">
                <a:pos x="connsiteX3" y="connsiteY3"/>
              </a:cxn>
            </a:cxnLst>
            <a:rect l="l" t="t" r="r" b="b"/>
            <a:pathLst>
              <a:path w="6867525" h="5576179">
                <a:moveTo>
                  <a:pt x="0" y="0"/>
                </a:moveTo>
                <a:lnTo>
                  <a:pt x="6867525" y="0"/>
                </a:lnTo>
                <a:lnTo>
                  <a:pt x="6867525" y="5576179"/>
                </a:lnTo>
                <a:lnTo>
                  <a:pt x="0" y="5576179"/>
                </a:lnTo>
                <a:close/>
              </a:path>
            </a:pathLst>
          </a:custGeom>
        </p:spPr>
        <p:txBody>
          <a:bodyPr wrap="square">
            <a:noAutofit/>
          </a:bodyPr>
          <a:lstStyle>
            <a:lvl1pPr algn="ctr">
              <a:defRPr sz="1600"/>
            </a:lvl1pPr>
          </a:lstStyle>
          <a:p>
            <a:endParaRPr lang="en-US"/>
          </a:p>
        </p:txBody>
      </p:sp>
      <p:sp>
        <p:nvSpPr>
          <p:cNvPr id="3" name="fcSlideMaster.60_Title SlideFooter" descr=" &#10;Hizmete Özel | Restricted">
            <a:extLst>
              <a:ext uri="{FF2B5EF4-FFF2-40B4-BE49-F238E27FC236}">
                <a16:creationId xmlns:a16="http://schemas.microsoft.com/office/drawing/2014/main" id="{ADBC386B-E63B-2E90-B428-1756A29DA81A}"/>
              </a:ext>
            </a:extLst>
          </p:cNvPr>
          <p:cNvSpPr txBox="1"/>
          <p:nvPr userDrawn="1"/>
        </p:nvSpPr>
        <p:spPr>
          <a:xfrm>
            <a:off x="0" y="6417733"/>
            <a:ext cx="12192000" cy="256352"/>
          </a:xfrm>
          <a:prstGeom prst="rect">
            <a:avLst/>
          </a:prstGeom>
          <a:solidFill>
            <a:srgbClr val="FFFFFF"/>
          </a:solidFill>
        </p:spPr>
        <p:txBody>
          <a:bodyPr vert="horz" rtlCol="0">
            <a:spAutoFit/>
          </a:bodyPr>
          <a:lstStyle/>
          <a:p>
            <a:pPr algn="ctr"/>
            <a:r>
              <a:rPr lang="tr-TR" sz="533" b="0" i="0" u="none" spc="400" baseline="0" dirty="0">
                <a:solidFill>
                  <a:schemeClr val="bg1">
                    <a:lumMod val="75000"/>
                  </a:schemeClr>
                </a:solidFill>
                <a:latin typeface="GILROY-LIGHT" pitchFamily="2" charset="0"/>
              </a:rPr>
              <a:t> </a:t>
            </a:r>
          </a:p>
          <a:p>
            <a:pPr algn="ctr"/>
            <a:r>
              <a:rPr lang="tr-TR" sz="533" b="0" i="0" u="none" spc="400" baseline="0" dirty="0">
                <a:solidFill>
                  <a:schemeClr val="bg1">
                    <a:lumMod val="75000"/>
                  </a:schemeClr>
                </a:solidFill>
                <a:latin typeface="GILROY-LIGHT" pitchFamily="2" charset="0"/>
              </a:rPr>
              <a:t>HİZMETE ÖZEL | RESTRICTED</a:t>
            </a:r>
          </a:p>
        </p:txBody>
      </p:sp>
    </p:spTree>
    <p:extLst>
      <p:ext uri="{BB962C8B-B14F-4D97-AF65-F5344CB8AC3E}">
        <p14:creationId xmlns:p14="http://schemas.microsoft.com/office/powerpoint/2010/main" val="1678166228"/>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4_Custom Layout">
    <p:bg>
      <p:bgPr>
        <a:solidFill>
          <a:schemeClr val="bg1"/>
        </a:solidFill>
        <a:effectLst/>
      </p:bgPr>
    </p:bg>
    <p:spTree>
      <p:nvGrpSpPr>
        <p:cNvPr id="1" name=""/>
        <p:cNvGrpSpPr/>
        <p:nvPr/>
      </p:nvGrpSpPr>
      <p:grpSpPr>
        <a:xfrm>
          <a:off x="0" y="0"/>
          <a:ext cx="0" cy="0"/>
          <a:chOff x="0" y="0"/>
          <a:chExt cx="0" cy="0"/>
        </a:xfrm>
      </p:grpSpPr>
      <p:sp>
        <p:nvSpPr>
          <p:cNvPr id="11" name="Picture Placeholder 10">
            <a:extLst>
              <a:ext uri="{FF2B5EF4-FFF2-40B4-BE49-F238E27FC236}">
                <a16:creationId xmlns:a16="http://schemas.microsoft.com/office/drawing/2014/main" id="{34027A72-E367-8FD9-50EA-A06662F54B4A}"/>
              </a:ext>
            </a:extLst>
          </p:cNvPr>
          <p:cNvSpPr>
            <a:spLocks noGrp="1"/>
          </p:cNvSpPr>
          <p:nvPr userDrawn="1">
            <p:ph type="pic" sz="quarter" idx="10"/>
          </p:nvPr>
        </p:nvSpPr>
        <p:spPr>
          <a:xfrm>
            <a:off x="1020003" y="1249270"/>
            <a:ext cx="3077515" cy="3436767"/>
          </a:xfrm>
          <a:custGeom>
            <a:avLst/>
            <a:gdLst>
              <a:gd name="connsiteX0" fmla="*/ 430240 w 3077515"/>
              <a:gd name="connsiteY0" fmla="*/ 0 h 3436767"/>
              <a:gd name="connsiteX1" fmla="*/ 2646325 w 3077515"/>
              <a:gd name="connsiteY1" fmla="*/ 0 h 3436767"/>
              <a:gd name="connsiteX2" fmla="*/ 2972748 w 3077515"/>
              <a:gd name="connsiteY2" fmla="*/ 710744 h 3436767"/>
              <a:gd name="connsiteX3" fmla="*/ 756663 w 3077515"/>
              <a:gd name="connsiteY3" fmla="*/ 3286195 h 3436767"/>
              <a:gd name="connsiteX4" fmla="*/ 0 w 3077515"/>
              <a:gd name="connsiteY4" fmla="*/ 3005691 h 3436767"/>
              <a:gd name="connsiteX5" fmla="*/ 0 w 3077515"/>
              <a:gd name="connsiteY5" fmla="*/ 430240 h 3436767"/>
              <a:gd name="connsiteX6" fmla="*/ 430240 w 3077515"/>
              <a:gd name="connsiteY6" fmla="*/ 0 h 34367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077515" h="3436767">
                <a:moveTo>
                  <a:pt x="430240" y="0"/>
                </a:moveTo>
                <a:lnTo>
                  <a:pt x="2646325" y="0"/>
                </a:lnTo>
                <a:cubicBezTo>
                  <a:pt x="3014675" y="0"/>
                  <a:pt x="3212325" y="432237"/>
                  <a:pt x="2972748" y="710744"/>
                </a:cubicBezTo>
                <a:lnTo>
                  <a:pt x="756663" y="3286195"/>
                </a:lnTo>
                <a:cubicBezTo>
                  <a:pt x="496123" y="3588660"/>
                  <a:pt x="0" y="3404986"/>
                  <a:pt x="0" y="3005691"/>
                </a:cubicBezTo>
                <a:lnTo>
                  <a:pt x="0" y="430240"/>
                </a:lnTo>
                <a:cubicBezTo>
                  <a:pt x="0" y="192661"/>
                  <a:pt x="192661" y="0"/>
                  <a:pt x="430240" y="0"/>
                </a:cubicBezTo>
                <a:close/>
              </a:path>
            </a:pathLst>
          </a:custGeom>
          <a:pattFill prst="pct40">
            <a:fgClr>
              <a:schemeClr val="bg1">
                <a:lumMod val="85000"/>
              </a:schemeClr>
            </a:fgClr>
            <a:bgClr>
              <a:schemeClr val="bg1">
                <a:lumMod val="95000"/>
              </a:schemeClr>
            </a:bgClr>
          </a:pattFill>
        </p:spPr>
        <p:txBody>
          <a:bodyPr wrap="square">
            <a:noAutofit/>
          </a:bodyPr>
          <a:lstStyle>
            <a:lvl1pPr marL="0" indent="0">
              <a:buNone/>
              <a:defRPr sz="1400">
                <a:solidFill>
                  <a:schemeClr val="bg1">
                    <a:lumMod val="65000"/>
                  </a:schemeClr>
                </a:solidFill>
                <a:latin typeface="Arial" panose="020B0604020202020204" pitchFamily="34" charset="0"/>
                <a:cs typeface="Arial" panose="020B0604020202020204" pitchFamily="34" charset="0"/>
              </a:defRPr>
            </a:lvl1pPr>
          </a:lstStyle>
          <a:p>
            <a:endParaRPr lang="en-ID"/>
          </a:p>
        </p:txBody>
      </p:sp>
      <p:sp>
        <p:nvSpPr>
          <p:cNvPr id="10" name="Picture Placeholder 9">
            <a:extLst>
              <a:ext uri="{FF2B5EF4-FFF2-40B4-BE49-F238E27FC236}">
                <a16:creationId xmlns:a16="http://schemas.microsoft.com/office/drawing/2014/main" id="{370EF76B-14F1-D958-426D-AC2A2C65B3B9}"/>
              </a:ext>
            </a:extLst>
          </p:cNvPr>
          <p:cNvSpPr>
            <a:spLocks noGrp="1"/>
          </p:cNvSpPr>
          <p:nvPr>
            <p:ph type="pic" sz="quarter" idx="11"/>
          </p:nvPr>
        </p:nvSpPr>
        <p:spPr>
          <a:xfrm>
            <a:off x="1660367" y="2704882"/>
            <a:ext cx="2774371" cy="3098231"/>
          </a:xfrm>
          <a:custGeom>
            <a:avLst/>
            <a:gdLst>
              <a:gd name="connsiteX0" fmla="*/ 387860 w 2774370"/>
              <a:gd name="connsiteY0" fmla="*/ 0 h 3098231"/>
              <a:gd name="connsiteX1" fmla="*/ 2385653 w 2774370"/>
              <a:gd name="connsiteY1" fmla="*/ 0 h 3098231"/>
              <a:gd name="connsiteX2" fmla="*/ 2679923 w 2774370"/>
              <a:gd name="connsiteY2" fmla="*/ 640733 h 3098231"/>
              <a:gd name="connsiteX3" fmla="*/ 682129 w 2774370"/>
              <a:gd name="connsiteY3" fmla="*/ 2962491 h 3098231"/>
              <a:gd name="connsiteX4" fmla="*/ 0 w 2774370"/>
              <a:gd name="connsiteY4" fmla="*/ 2709618 h 3098231"/>
              <a:gd name="connsiteX5" fmla="*/ 0 w 2774370"/>
              <a:gd name="connsiteY5" fmla="*/ 387860 h 3098231"/>
              <a:gd name="connsiteX6" fmla="*/ 387860 w 2774370"/>
              <a:gd name="connsiteY6" fmla="*/ 0 h 30982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774370" h="3098231">
                <a:moveTo>
                  <a:pt x="387860" y="0"/>
                </a:moveTo>
                <a:lnTo>
                  <a:pt x="2385653" y="0"/>
                </a:lnTo>
                <a:cubicBezTo>
                  <a:pt x="2717720" y="0"/>
                  <a:pt x="2895901" y="389660"/>
                  <a:pt x="2679923" y="640733"/>
                </a:cubicBezTo>
                <a:lnTo>
                  <a:pt x="682129" y="2962491"/>
                </a:lnTo>
                <a:cubicBezTo>
                  <a:pt x="447253" y="3235162"/>
                  <a:pt x="0" y="3069580"/>
                  <a:pt x="0" y="2709618"/>
                </a:cubicBezTo>
                <a:lnTo>
                  <a:pt x="0" y="387860"/>
                </a:lnTo>
                <a:cubicBezTo>
                  <a:pt x="0" y="173683"/>
                  <a:pt x="173683" y="0"/>
                  <a:pt x="387860" y="0"/>
                </a:cubicBezTo>
                <a:close/>
              </a:path>
            </a:pathLst>
          </a:custGeom>
          <a:pattFill prst="pct40">
            <a:fgClr>
              <a:schemeClr val="bg1">
                <a:lumMod val="85000"/>
              </a:schemeClr>
            </a:fgClr>
            <a:bgClr>
              <a:schemeClr val="bg1">
                <a:lumMod val="95000"/>
              </a:schemeClr>
            </a:bgClr>
          </a:pattFill>
        </p:spPr>
        <p:txBody>
          <a:bodyPr wrap="square">
            <a:noAutofit/>
          </a:bodyPr>
          <a:lstStyle>
            <a:lvl1pPr marL="0" indent="0">
              <a:buNone/>
              <a:defRPr sz="1400">
                <a:solidFill>
                  <a:schemeClr val="bg1">
                    <a:lumMod val="65000"/>
                  </a:schemeClr>
                </a:solidFill>
                <a:latin typeface="Arial" panose="020B0604020202020204" pitchFamily="34" charset="0"/>
                <a:cs typeface="Arial" panose="020B0604020202020204" pitchFamily="34" charset="0"/>
              </a:defRPr>
            </a:lvl1pPr>
          </a:lstStyle>
          <a:p>
            <a:endParaRPr lang="en-ID"/>
          </a:p>
        </p:txBody>
      </p:sp>
      <p:sp>
        <p:nvSpPr>
          <p:cNvPr id="2" name="fcSlideMaster.4_Custom LayoutFooter" descr=" &#10;Hizmete Özel | Restricted">
            <a:extLst>
              <a:ext uri="{FF2B5EF4-FFF2-40B4-BE49-F238E27FC236}">
                <a16:creationId xmlns:a16="http://schemas.microsoft.com/office/drawing/2014/main" id="{E437BF65-697D-4D3B-86CA-56A9B5ADB639}"/>
              </a:ext>
            </a:extLst>
          </p:cNvPr>
          <p:cNvSpPr txBox="1"/>
          <p:nvPr userDrawn="1"/>
        </p:nvSpPr>
        <p:spPr>
          <a:xfrm>
            <a:off x="0" y="6417734"/>
            <a:ext cx="12192000" cy="451342"/>
          </a:xfrm>
          <a:prstGeom prst="rect">
            <a:avLst/>
          </a:prstGeom>
          <a:solidFill>
            <a:srgbClr val="FFFFFF"/>
          </a:solidFill>
        </p:spPr>
        <p:txBody>
          <a:bodyPr vert="horz" rtlCol="0">
            <a:spAutoFit/>
          </a:bodyPr>
          <a:lstStyle/>
          <a:p>
            <a:pPr algn="ctr"/>
            <a:r>
              <a:rPr lang="tr-TR" sz="1133" b="0" i="0" u="none" baseline="0">
                <a:solidFill>
                  <a:srgbClr val="000000"/>
                </a:solidFill>
                <a:latin typeface="Microsoft Sans Serif" panose="020B0604020202020204" pitchFamily="34" charset="0"/>
              </a:rPr>
              <a:t> </a:t>
            </a:r>
          </a:p>
          <a:p>
            <a:pPr algn="ctr"/>
            <a:r>
              <a:rPr lang="tr-TR" sz="1200" b="1" i="0" u="none" baseline="0">
                <a:solidFill>
                  <a:srgbClr val="FFA500"/>
                </a:solidFill>
                <a:latin typeface="calibri" panose="020F0502020204030204" pitchFamily="34" charset="0"/>
              </a:rPr>
              <a:t>Hizmete Özel | Restricted</a:t>
            </a:r>
          </a:p>
        </p:txBody>
      </p:sp>
    </p:spTree>
    <p:extLst>
      <p:ext uri="{BB962C8B-B14F-4D97-AF65-F5344CB8AC3E}">
        <p14:creationId xmlns:p14="http://schemas.microsoft.com/office/powerpoint/2010/main" val="1218742705"/>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Our Team Slide 03">
    <p:spTree>
      <p:nvGrpSpPr>
        <p:cNvPr id="1" name=""/>
        <p:cNvGrpSpPr/>
        <p:nvPr/>
      </p:nvGrpSpPr>
      <p:grpSpPr>
        <a:xfrm>
          <a:off x="0" y="0"/>
          <a:ext cx="0" cy="0"/>
          <a:chOff x="0" y="0"/>
          <a:chExt cx="0" cy="0"/>
        </a:xfrm>
      </p:grpSpPr>
      <p:sp>
        <p:nvSpPr>
          <p:cNvPr id="11" name="Picture Placeholder 10">
            <a:extLst>
              <a:ext uri="{FF2B5EF4-FFF2-40B4-BE49-F238E27FC236}">
                <a16:creationId xmlns:a16="http://schemas.microsoft.com/office/drawing/2014/main" id="{EE42BE98-F489-44C5-91F4-218090992CA4}"/>
              </a:ext>
            </a:extLst>
          </p:cNvPr>
          <p:cNvSpPr>
            <a:spLocks noGrp="1"/>
          </p:cNvSpPr>
          <p:nvPr>
            <p:ph type="pic" sz="quarter" idx="10"/>
          </p:nvPr>
        </p:nvSpPr>
        <p:spPr>
          <a:xfrm>
            <a:off x="771562" y="2244243"/>
            <a:ext cx="2500881" cy="2308343"/>
          </a:xfrm>
          <a:custGeom>
            <a:avLst/>
            <a:gdLst>
              <a:gd name="connsiteX0" fmla="*/ 1257170 w 5553171"/>
              <a:gd name="connsiteY0" fmla="*/ 0 h 5125642"/>
              <a:gd name="connsiteX1" fmla="*/ 1305448 w 5553171"/>
              <a:gd name="connsiteY1" fmla="*/ 0 h 5125642"/>
              <a:gd name="connsiteX2" fmla="*/ 1633269 w 5553171"/>
              <a:gd name="connsiteY2" fmla="*/ 0 h 5125642"/>
              <a:gd name="connsiteX3" fmla="*/ 1681548 w 5553171"/>
              <a:gd name="connsiteY3" fmla="*/ 0 h 5125642"/>
              <a:gd name="connsiteX4" fmla="*/ 2517898 w 5553171"/>
              <a:gd name="connsiteY4" fmla="*/ 0 h 5125642"/>
              <a:gd name="connsiteX5" fmla="*/ 2566176 w 5553171"/>
              <a:gd name="connsiteY5" fmla="*/ 0 h 5125642"/>
              <a:gd name="connsiteX6" fmla="*/ 2610895 w 5553171"/>
              <a:gd name="connsiteY6" fmla="*/ 0 h 5125642"/>
              <a:gd name="connsiteX7" fmla="*/ 2893997 w 5553171"/>
              <a:gd name="connsiteY7" fmla="*/ 0 h 5125642"/>
              <a:gd name="connsiteX8" fmla="*/ 2942276 w 5553171"/>
              <a:gd name="connsiteY8" fmla="*/ 0 h 5125642"/>
              <a:gd name="connsiteX9" fmla="*/ 2986995 w 5553171"/>
              <a:gd name="connsiteY9" fmla="*/ 0 h 5125642"/>
              <a:gd name="connsiteX10" fmla="*/ 3871624 w 5553171"/>
              <a:gd name="connsiteY10" fmla="*/ 0 h 5125642"/>
              <a:gd name="connsiteX11" fmla="*/ 3916343 w 5553171"/>
              <a:gd name="connsiteY11" fmla="*/ 0 h 5125642"/>
              <a:gd name="connsiteX12" fmla="*/ 4247724 w 5553171"/>
              <a:gd name="connsiteY12" fmla="*/ 0 h 5125642"/>
              <a:gd name="connsiteX13" fmla="*/ 4292442 w 5553171"/>
              <a:gd name="connsiteY13" fmla="*/ 0 h 5125642"/>
              <a:gd name="connsiteX14" fmla="*/ 5177072 w 5553171"/>
              <a:gd name="connsiteY14" fmla="*/ 0 h 5125642"/>
              <a:gd name="connsiteX15" fmla="*/ 5553171 w 5553171"/>
              <a:gd name="connsiteY15" fmla="*/ 0 h 5125642"/>
              <a:gd name="connsiteX16" fmla="*/ 4296002 w 5553171"/>
              <a:gd name="connsiteY16" fmla="*/ 5125642 h 5125642"/>
              <a:gd name="connsiteX17" fmla="*/ 4247724 w 5553171"/>
              <a:gd name="connsiteY17" fmla="*/ 5125642 h 5125642"/>
              <a:gd name="connsiteX18" fmla="*/ 3919902 w 5553171"/>
              <a:gd name="connsiteY18" fmla="*/ 5125642 h 5125642"/>
              <a:gd name="connsiteX19" fmla="*/ 3871624 w 5553171"/>
              <a:gd name="connsiteY19" fmla="*/ 5125642 h 5125642"/>
              <a:gd name="connsiteX20" fmla="*/ 3035273 w 5553171"/>
              <a:gd name="connsiteY20" fmla="*/ 5125642 h 5125642"/>
              <a:gd name="connsiteX21" fmla="*/ 2986995 w 5553171"/>
              <a:gd name="connsiteY21" fmla="*/ 5125642 h 5125642"/>
              <a:gd name="connsiteX22" fmla="*/ 2942276 w 5553171"/>
              <a:gd name="connsiteY22" fmla="*/ 5125642 h 5125642"/>
              <a:gd name="connsiteX23" fmla="*/ 2659174 w 5553171"/>
              <a:gd name="connsiteY23" fmla="*/ 5125642 h 5125642"/>
              <a:gd name="connsiteX24" fmla="*/ 2610895 w 5553171"/>
              <a:gd name="connsiteY24" fmla="*/ 5125642 h 5125642"/>
              <a:gd name="connsiteX25" fmla="*/ 2566176 w 5553171"/>
              <a:gd name="connsiteY25" fmla="*/ 5125642 h 5125642"/>
              <a:gd name="connsiteX26" fmla="*/ 1681548 w 5553171"/>
              <a:gd name="connsiteY26" fmla="*/ 5125642 h 5125642"/>
              <a:gd name="connsiteX27" fmla="*/ 1636829 w 5553171"/>
              <a:gd name="connsiteY27" fmla="*/ 5125642 h 5125642"/>
              <a:gd name="connsiteX28" fmla="*/ 1305448 w 5553171"/>
              <a:gd name="connsiteY28" fmla="*/ 5125642 h 5125642"/>
              <a:gd name="connsiteX29" fmla="*/ 1260728 w 5553171"/>
              <a:gd name="connsiteY29" fmla="*/ 5125642 h 5125642"/>
              <a:gd name="connsiteX30" fmla="*/ 376100 w 5553171"/>
              <a:gd name="connsiteY30" fmla="*/ 5125642 h 5125642"/>
              <a:gd name="connsiteX31" fmla="*/ 0 w 5553171"/>
              <a:gd name="connsiteY31" fmla="*/ 5125642 h 51256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5553171" h="5125642">
                <a:moveTo>
                  <a:pt x="1257170" y="0"/>
                </a:moveTo>
                <a:lnTo>
                  <a:pt x="1305448" y="0"/>
                </a:lnTo>
                <a:lnTo>
                  <a:pt x="1633269" y="0"/>
                </a:lnTo>
                <a:lnTo>
                  <a:pt x="1681548" y="0"/>
                </a:lnTo>
                <a:lnTo>
                  <a:pt x="2517898" y="0"/>
                </a:lnTo>
                <a:lnTo>
                  <a:pt x="2566176" y="0"/>
                </a:lnTo>
                <a:lnTo>
                  <a:pt x="2610895" y="0"/>
                </a:lnTo>
                <a:lnTo>
                  <a:pt x="2893997" y="0"/>
                </a:lnTo>
                <a:lnTo>
                  <a:pt x="2942276" y="0"/>
                </a:lnTo>
                <a:lnTo>
                  <a:pt x="2986995" y="0"/>
                </a:lnTo>
                <a:lnTo>
                  <a:pt x="3871624" y="0"/>
                </a:lnTo>
                <a:lnTo>
                  <a:pt x="3916343" y="0"/>
                </a:lnTo>
                <a:lnTo>
                  <a:pt x="4247724" y="0"/>
                </a:lnTo>
                <a:lnTo>
                  <a:pt x="4292442" y="0"/>
                </a:lnTo>
                <a:lnTo>
                  <a:pt x="5177072" y="0"/>
                </a:lnTo>
                <a:lnTo>
                  <a:pt x="5553171" y="0"/>
                </a:lnTo>
                <a:lnTo>
                  <a:pt x="4296002" y="5125642"/>
                </a:lnTo>
                <a:lnTo>
                  <a:pt x="4247724" y="5125642"/>
                </a:lnTo>
                <a:lnTo>
                  <a:pt x="3919902" y="5125642"/>
                </a:lnTo>
                <a:lnTo>
                  <a:pt x="3871624" y="5125642"/>
                </a:lnTo>
                <a:lnTo>
                  <a:pt x="3035273" y="5125642"/>
                </a:lnTo>
                <a:lnTo>
                  <a:pt x="2986995" y="5125642"/>
                </a:lnTo>
                <a:lnTo>
                  <a:pt x="2942276" y="5125642"/>
                </a:lnTo>
                <a:lnTo>
                  <a:pt x="2659174" y="5125642"/>
                </a:lnTo>
                <a:lnTo>
                  <a:pt x="2610895" y="5125642"/>
                </a:lnTo>
                <a:lnTo>
                  <a:pt x="2566176" y="5125642"/>
                </a:lnTo>
                <a:lnTo>
                  <a:pt x="1681548" y="5125642"/>
                </a:lnTo>
                <a:lnTo>
                  <a:pt x="1636829" y="5125642"/>
                </a:lnTo>
                <a:lnTo>
                  <a:pt x="1305448" y="5125642"/>
                </a:lnTo>
                <a:lnTo>
                  <a:pt x="1260728" y="5125642"/>
                </a:lnTo>
                <a:lnTo>
                  <a:pt x="376100" y="5125642"/>
                </a:lnTo>
                <a:lnTo>
                  <a:pt x="0" y="5125642"/>
                </a:lnTo>
                <a:close/>
              </a:path>
            </a:pathLst>
          </a:custGeom>
        </p:spPr>
        <p:txBody>
          <a:bodyPr wrap="square" anchor="ctr" anchorCtr="0">
            <a:noAutofit/>
          </a:bodyPr>
          <a:lstStyle>
            <a:lvl1pPr marL="0" indent="0" algn="ctr">
              <a:buNone/>
              <a:defRPr sz="1200">
                <a:solidFill>
                  <a:schemeClr val="tx2"/>
                </a:solidFill>
                <a:latin typeface="Calibri" panose="020F0502020204030204" pitchFamily="34" charset="0"/>
                <a:ea typeface="Calibri" panose="020F0502020204030204" pitchFamily="34" charset="0"/>
                <a:cs typeface="Calibri" panose="020F0502020204030204" pitchFamily="34" charset="0"/>
              </a:defRPr>
            </a:lvl1pPr>
          </a:lstStyle>
          <a:p>
            <a:endParaRPr lang="en-US" dirty="0"/>
          </a:p>
        </p:txBody>
      </p:sp>
      <p:sp>
        <p:nvSpPr>
          <p:cNvPr id="12" name="Picture Placeholder 11">
            <a:extLst>
              <a:ext uri="{FF2B5EF4-FFF2-40B4-BE49-F238E27FC236}">
                <a16:creationId xmlns:a16="http://schemas.microsoft.com/office/drawing/2014/main" id="{33562CF1-B1F5-4FBA-B405-829CF690ECFB}"/>
              </a:ext>
            </a:extLst>
          </p:cNvPr>
          <p:cNvSpPr>
            <a:spLocks noGrp="1"/>
          </p:cNvSpPr>
          <p:nvPr>
            <p:ph type="pic" sz="quarter" idx="11"/>
          </p:nvPr>
        </p:nvSpPr>
        <p:spPr>
          <a:xfrm>
            <a:off x="3487561" y="2244243"/>
            <a:ext cx="2500881" cy="2308343"/>
          </a:xfrm>
          <a:custGeom>
            <a:avLst/>
            <a:gdLst>
              <a:gd name="connsiteX0" fmla="*/ 1257170 w 5553171"/>
              <a:gd name="connsiteY0" fmla="*/ 0 h 5125642"/>
              <a:gd name="connsiteX1" fmla="*/ 1305448 w 5553171"/>
              <a:gd name="connsiteY1" fmla="*/ 0 h 5125642"/>
              <a:gd name="connsiteX2" fmla="*/ 1633269 w 5553171"/>
              <a:gd name="connsiteY2" fmla="*/ 0 h 5125642"/>
              <a:gd name="connsiteX3" fmla="*/ 1681548 w 5553171"/>
              <a:gd name="connsiteY3" fmla="*/ 0 h 5125642"/>
              <a:gd name="connsiteX4" fmla="*/ 2517898 w 5553171"/>
              <a:gd name="connsiteY4" fmla="*/ 0 h 5125642"/>
              <a:gd name="connsiteX5" fmla="*/ 2566176 w 5553171"/>
              <a:gd name="connsiteY5" fmla="*/ 0 h 5125642"/>
              <a:gd name="connsiteX6" fmla="*/ 2610895 w 5553171"/>
              <a:gd name="connsiteY6" fmla="*/ 0 h 5125642"/>
              <a:gd name="connsiteX7" fmla="*/ 2893997 w 5553171"/>
              <a:gd name="connsiteY7" fmla="*/ 0 h 5125642"/>
              <a:gd name="connsiteX8" fmla="*/ 2942276 w 5553171"/>
              <a:gd name="connsiteY8" fmla="*/ 0 h 5125642"/>
              <a:gd name="connsiteX9" fmla="*/ 2986995 w 5553171"/>
              <a:gd name="connsiteY9" fmla="*/ 0 h 5125642"/>
              <a:gd name="connsiteX10" fmla="*/ 3871624 w 5553171"/>
              <a:gd name="connsiteY10" fmla="*/ 0 h 5125642"/>
              <a:gd name="connsiteX11" fmla="*/ 3916343 w 5553171"/>
              <a:gd name="connsiteY11" fmla="*/ 0 h 5125642"/>
              <a:gd name="connsiteX12" fmla="*/ 4247724 w 5553171"/>
              <a:gd name="connsiteY12" fmla="*/ 0 h 5125642"/>
              <a:gd name="connsiteX13" fmla="*/ 4292442 w 5553171"/>
              <a:gd name="connsiteY13" fmla="*/ 0 h 5125642"/>
              <a:gd name="connsiteX14" fmla="*/ 5177072 w 5553171"/>
              <a:gd name="connsiteY14" fmla="*/ 0 h 5125642"/>
              <a:gd name="connsiteX15" fmla="*/ 5553171 w 5553171"/>
              <a:gd name="connsiteY15" fmla="*/ 0 h 5125642"/>
              <a:gd name="connsiteX16" fmla="*/ 4296002 w 5553171"/>
              <a:gd name="connsiteY16" fmla="*/ 5125642 h 5125642"/>
              <a:gd name="connsiteX17" fmla="*/ 4247724 w 5553171"/>
              <a:gd name="connsiteY17" fmla="*/ 5125642 h 5125642"/>
              <a:gd name="connsiteX18" fmla="*/ 3919902 w 5553171"/>
              <a:gd name="connsiteY18" fmla="*/ 5125642 h 5125642"/>
              <a:gd name="connsiteX19" fmla="*/ 3871624 w 5553171"/>
              <a:gd name="connsiteY19" fmla="*/ 5125642 h 5125642"/>
              <a:gd name="connsiteX20" fmla="*/ 3035273 w 5553171"/>
              <a:gd name="connsiteY20" fmla="*/ 5125642 h 5125642"/>
              <a:gd name="connsiteX21" fmla="*/ 2986995 w 5553171"/>
              <a:gd name="connsiteY21" fmla="*/ 5125642 h 5125642"/>
              <a:gd name="connsiteX22" fmla="*/ 2942276 w 5553171"/>
              <a:gd name="connsiteY22" fmla="*/ 5125642 h 5125642"/>
              <a:gd name="connsiteX23" fmla="*/ 2659174 w 5553171"/>
              <a:gd name="connsiteY23" fmla="*/ 5125642 h 5125642"/>
              <a:gd name="connsiteX24" fmla="*/ 2610895 w 5553171"/>
              <a:gd name="connsiteY24" fmla="*/ 5125642 h 5125642"/>
              <a:gd name="connsiteX25" fmla="*/ 2566176 w 5553171"/>
              <a:gd name="connsiteY25" fmla="*/ 5125642 h 5125642"/>
              <a:gd name="connsiteX26" fmla="*/ 1681548 w 5553171"/>
              <a:gd name="connsiteY26" fmla="*/ 5125642 h 5125642"/>
              <a:gd name="connsiteX27" fmla="*/ 1636829 w 5553171"/>
              <a:gd name="connsiteY27" fmla="*/ 5125642 h 5125642"/>
              <a:gd name="connsiteX28" fmla="*/ 1305448 w 5553171"/>
              <a:gd name="connsiteY28" fmla="*/ 5125642 h 5125642"/>
              <a:gd name="connsiteX29" fmla="*/ 1260728 w 5553171"/>
              <a:gd name="connsiteY29" fmla="*/ 5125642 h 5125642"/>
              <a:gd name="connsiteX30" fmla="*/ 376100 w 5553171"/>
              <a:gd name="connsiteY30" fmla="*/ 5125642 h 5125642"/>
              <a:gd name="connsiteX31" fmla="*/ 0 w 5553171"/>
              <a:gd name="connsiteY31" fmla="*/ 5125642 h 51256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5553171" h="5125642">
                <a:moveTo>
                  <a:pt x="1257170" y="0"/>
                </a:moveTo>
                <a:lnTo>
                  <a:pt x="1305448" y="0"/>
                </a:lnTo>
                <a:lnTo>
                  <a:pt x="1633269" y="0"/>
                </a:lnTo>
                <a:lnTo>
                  <a:pt x="1681548" y="0"/>
                </a:lnTo>
                <a:lnTo>
                  <a:pt x="2517898" y="0"/>
                </a:lnTo>
                <a:lnTo>
                  <a:pt x="2566176" y="0"/>
                </a:lnTo>
                <a:lnTo>
                  <a:pt x="2610895" y="0"/>
                </a:lnTo>
                <a:lnTo>
                  <a:pt x="2893997" y="0"/>
                </a:lnTo>
                <a:lnTo>
                  <a:pt x="2942276" y="0"/>
                </a:lnTo>
                <a:lnTo>
                  <a:pt x="2986995" y="0"/>
                </a:lnTo>
                <a:lnTo>
                  <a:pt x="3871624" y="0"/>
                </a:lnTo>
                <a:lnTo>
                  <a:pt x="3916343" y="0"/>
                </a:lnTo>
                <a:lnTo>
                  <a:pt x="4247724" y="0"/>
                </a:lnTo>
                <a:lnTo>
                  <a:pt x="4292442" y="0"/>
                </a:lnTo>
                <a:lnTo>
                  <a:pt x="5177072" y="0"/>
                </a:lnTo>
                <a:lnTo>
                  <a:pt x="5553171" y="0"/>
                </a:lnTo>
                <a:lnTo>
                  <a:pt x="4296002" y="5125642"/>
                </a:lnTo>
                <a:lnTo>
                  <a:pt x="4247724" y="5125642"/>
                </a:lnTo>
                <a:lnTo>
                  <a:pt x="3919902" y="5125642"/>
                </a:lnTo>
                <a:lnTo>
                  <a:pt x="3871624" y="5125642"/>
                </a:lnTo>
                <a:lnTo>
                  <a:pt x="3035273" y="5125642"/>
                </a:lnTo>
                <a:lnTo>
                  <a:pt x="2986995" y="5125642"/>
                </a:lnTo>
                <a:lnTo>
                  <a:pt x="2942276" y="5125642"/>
                </a:lnTo>
                <a:lnTo>
                  <a:pt x="2659174" y="5125642"/>
                </a:lnTo>
                <a:lnTo>
                  <a:pt x="2610895" y="5125642"/>
                </a:lnTo>
                <a:lnTo>
                  <a:pt x="2566176" y="5125642"/>
                </a:lnTo>
                <a:lnTo>
                  <a:pt x="1681548" y="5125642"/>
                </a:lnTo>
                <a:lnTo>
                  <a:pt x="1636829" y="5125642"/>
                </a:lnTo>
                <a:lnTo>
                  <a:pt x="1305448" y="5125642"/>
                </a:lnTo>
                <a:lnTo>
                  <a:pt x="1260728" y="5125642"/>
                </a:lnTo>
                <a:lnTo>
                  <a:pt x="376100" y="5125642"/>
                </a:lnTo>
                <a:lnTo>
                  <a:pt x="0" y="5125642"/>
                </a:lnTo>
                <a:close/>
              </a:path>
            </a:pathLst>
          </a:custGeom>
        </p:spPr>
        <p:txBody>
          <a:bodyPr wrap="square" anchor="ctr" anchorCtr="0">
            <a:noAutofit/>
          </a:bodyPr>
          <a:lstStyle>
            <a:lvl1pPr marL="0" indent="0" algn="ctr">
              <a:buNone/>
              <a:defRPr sz="1200">
                <a:solidFill>
                  <a:schemeClr val="tx2"/>
                </a:solidFill>
                <a:latin typeface="Calibri" panose="020F0502020204030204" pitchFamily="34" charset="0"/>
                <a:ea typeface="Calibri" panose="020F0502020204030204" pitchFamily="34" charset="0"/>
                <a:cs typeface="Calibri" panose="020F0502020204030204" pitchFamily="34" charset="0"/>
              </a:defRPr>
            </a:lvl1pPr>
          </a:lstStyle>
          <a:p>
            <a:endParaRPr lang="en-US" dirty="0"/>
          </a:p>
        </p:txBody>
      </p:sp>
      <p:sp>
        <p:nvSpPr>
          <p:cNvPr id="13" name="Picture Placeholder 12">
            <a:extLst>
              <a:ext uri="{FF2B5EF4-FFF2-40B4-BE49-F238E27FC236}">
                <a16:creationId xmlns:a16="http://schemas.microsoft.com/office/drawing/2014/main" id="{7B6D8D8D-3675-4CF3-90DB-ECEAA8C2E436}"/>
              </a:ext>
            </a:extLst>
          </p:cNvPr>
          <p:cNvSpPr>
            <a:spLocks noGrp="1"/>
          </p:cNvSpPr>
          <p:nvPr>
            <p:ph type="pic" sz="quarter" idx="12"/>
          </p:nvPr>
        </p:nvSpPr>
        <p:spPr>
          <a:xfrm>
            <a:off x="6203560" y="2244243"/>
            <a:ext cx="2500881" cy="2308343"/>
          </a:xfrm>
          <a:custGeom>
            <a:avLst/>
            <a:gdLst>
              <a:gd name="connsiteX0" fmla="*/ 1257170 w 5553171"/>
              <a:gd name="connsiteY0" fmla="*/ 0 h 5125642"/>
              <a:gd name="connsiteX1" fmla="*/ 1305448 w 5553171"/>
              <a:gd name="connsiteY1" fmla="*/ 0 h 5125642"/>
              <a:gd name="connsiteX2" fmla="*/ 1633269 w 5553171"/>
              <a:gd name="connsiteY2" fmla="*/ 0 h 5125642"/>
              <a:gd name="connsiteX3" fmla="*/ 1681548 w 5553171"/>
              <a:gd name="connsiteY3" fmla="*/ 0 h 5125642"/>
              <a:gd name="connsiteX4" fmla="*/ 2517898 w 5553171"/>
              <a:gd name="connsiteY4" fmla="*/ 0 h 5125642"/>
              <a:gd name="connsiteX5" fmla="*/ 2566176 w 5553171"/>
              <a:gd name="connsiteY5" fmla="*/ 0 h 5125642"/>
              <a:gd name="connsiteX6" fmla="*/ 2610895 w 5553171"/>
              <a:gd name="connsiteY6" fmla="*/ 0 h 5125642"/>
              <a:gd name="connsiteX7" fmla="*/ 2893997 w 5553171"/>
              <a:gd name="connsiteY7" fmla="*/ 0 h 5125642"/>
              <a:gd name="connsiteX8" fmla="*/ 2942276 w 5553171"/>
              <a:gd name="connsiteY8" fmla="*/ 0 h 5125642"/>
              <a:gd name="connsiteX9" fmla="*/ 2986995 w 5553171"/>
              <a:gd name="connsiteY9" fmla="*/ 0 h 5125642"/>
              <a:gd name="connsiteX10" fmla="*/ 3871624 w 5553171"/>
              <a:gd name="connsiteY10" fmla="*/ 0 h 5125642"/>
              <a:gd name="connsiteX11" fmla="*/ 3916343 w 5553171"/>
              <a:gd name="connsiteY11" fmla="*/ 0 h 5125642"/>
              <a:gd name="connsiteX12" fmla="*/ 4247724 w 5553171"/>
              <a:gd name="connsiteY12" fmla="*/ 0 h 5125642"/>
              <a:gd name="connsiteX13" fmla="*/ 4292442 w 5553171"/>
              <a:gd name="connsiteY13" fmla="*/ 0 h 5125642"/>
              <a:gd name="connsiteX14" fmla="*/ 5177072 w 5553171"/>
              <a:gd name="connsiteY14" fmla="*/ 0 h 5125642"/>
              <a:gd name="connsiteX15" fmla="*/ 5553171 w 5553171"/>
              <a:gd name="connsiteY15" fmla="*/ 0 h 5125642"/>
              <a:gd name="connsiteX16" fmla="*/ 4296002 w 5553171"/>
              <a:gd name="connsiteY16" fmla="*/ 5125642 h 5125642"/>
              <a:gd name="connsiteX17" fmla="*/ 4247724 w 5553171"/>
              <a:gd name="connsiteY17" fmla="*/ 5125642 h 5125642"/>
              <a:gd name="connsiteX18" fmla="*/ 3919902 w 5553171"/>
              <a:gd name="connsiteY18" fmla="*/ 5125642 h 5125642"/>
              <a:gd name="connsiteX19" fmla="*/ 3871624 w 5553171"/>
              <a:gd name="connsiteY19" fmla="*/ 5125642 h 5125642"/>
              <a:gd name="connsiteX20" fmla="*/ 3035273 w 5553171"/>
              <a:gd name="connsiteY20" fmla="*/ 5125642 h 5125642"/>
              <a:gd name="connsiteX21" fmla="*/ 2986995 w 5553171"/>
              <a:gd name="connsiteY21" fmla="*/ 5125642 h 5125642"/>
              <a:gd name="connsiteX22" fmla="*/ 2942276 w 5553171"/>
              <a:gd name="connsiteY22" fmla="*/ 5125642 h 5125642"/>
              <a:gd name="connsiteX23" fmla="*/ 2659174 w 5553171"/>
              <a:gd name="connsiteY23" fmla="*/ 5125642 h 5125642"/>
              <a:gd name="connsiteX24" fmla="*/ 2610895 w 5553171"/>
              <a:gd name="connsiteY24" fmla="*/ 5125642 h 5125642"/>
              <a:gd name="connsiteX25" fmla="*/ 2566176 w 5553171"/>
              <a:gd name="connsiteY25" fmla="*/ 5125642 h 5125642"/>
              <a:gd name="connsiteX26" fmla="*/ 1681548 w 5553171"/>
              <a:gd name="connsiteY26" fmla="*/ 5125642 h 5125642"/>
              <a:gd name="connsiteX27" fmla="*/ 1636829 w 5553171"/>
              <a:gd name="connsiteY27" fmla="*/ 5125642 h 5125642"/>
              <a:gd name="connsiteX28" fmla="*/ 1305448 w 5553171"/>
              <a:gd name="connsiteY28" fmla="*/ 5125642 h 5125642"/>
              <a:gd name="connsiteX29" fmla="*/ 1260728 w 5553171"/>
              <a:gd name="connsiteY29" fmla="*/ 5125642 h 5125642"/>
              <a:gd name="connsiteX30" fmla="*/ 376100 w 5553171"/>
              <a:gd name="connsiteY30" fmla="*/ 5125642 h 5125642"/>
              <a:gd name="connsiteX31" fmla="*/ 0 w 5553171"/>
              <a:gd name="connsiteY31" fmla="*/ 5125642 h 51256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5553171" h="5125642">
                <a:moveTo>
                  <a:pt x="1257170" y="0"/>
                </a:moveTo>
                <a:lnTo>
                  <a:pt x="1305448" y="0"/>
                </a:lnTo>
                <a:lnTo>
                  <a:pt x="1633269" y="0"/>
                </a:lnTo>
                <a:lnTo>
                  <a:pt x="1681548" y="0"/>
                </a:lnTo>
                <a:lnTo>
                  <a:pt x="2517898" y="0"/>
                </a:lnTo>
                <a:lnTo>
                  <a:pt x="2566176" y="0"/>
                </a:lnTo>
                <a:lnTo>
                  <a:pt x="2610895" y="0"/>
                </a:lnTo>
                <a:lnTo>
                  <a:pt x="2893997" y="0"/>
                </a:lnTo>
                <a:lnTo>
                  <a:pt x="2942276" y="0"/>
                </a:lnTo>
                <a:lnTo>
                  <a:pt x="2986995" y="0"/>
                </a:lnTo>
                <a:lnTo>
                  <a:pt x="3871624" y="0"/>
                </a:lnTo>
                <a:lnTo>
                  <a:pt x="3916343" y="0"/>
                </a:lnTo>
                <a:lnTo>
                  <a:pt x="4247724" y="0"/>
                </a:lnTo>
                <a:lnTo>
                  <a:pt x="4292442" y="0"/>
                </a:lnTo>
                <a:lnTo>
                  <a:pt x="5177072" y="0"/>
                </a:lnTo>
                <a:lnTo>
                  <a:pt x="5553171" y="0"/>
                </a:lnTo>
                <a:lnTo>
                  <a:pt x="4296002" y="5125642"/>
                </a:lnTo>
                <a:lnTo>
                  <a:pt x="4247724" y="5125642"/>
                </a:lnTo>
                <a:lnTo>
                  <a:pt x="3919902" y="5125642"/>
                </a:lnTo>
                <a:lnTo>
                  <a:pt x="3871624" y="5125642"/>
                </a:lnTo>
                <a:lnTo>
                  <a:pt x="3035273" y="5125642"/>
                </a:lnTo>
                <a:lnTo>
                  <a:pt x="2986995" y="5125642"/>
                </a:lnTo>
                <a:lnTo>
                  <a:pt x="2942276" y="5125642"/>
                </a:lnTo>
                <a:lnTo>
                  <a:pt x="2659174" y="5125642"/>
                </a:lnTo>
                <a:lnTo>
                  <a:pt x="2610895" y="5125642"/>
                </a:lnTo>
                <a:lnTo>
                  <a:pt x="2566176" y="5125642"/>
                </a:lnTo>
                <a:lnTo>
                  <a:pt x="1681548" y="5125642"/>
                </a:lnTo>
                <a:lnTo>
                  <a:pt x="1636829" y="5125642"/>
                </a:lnTo>
                <a:lnTo>
                  <a:pt x="1305448" y="5125642"/>
                </a:lnTo>
                <a:lnTo>
                  <a:pt x="1260728" y="5125642"/>
                </a:lnTo>
                <a:lnTo>
                  <a:pt x="376100" y="5125642"/>
                </a:lnTo>
                <a:lnTo>
                  <a:pt x="0" y="5125642"/>
                </a:lnTo>
                <a:close/>
              </a:path>
            </a:pathLst>
          </a:custGeom>
        </p:spPr>
        <p:txBody>
          <a:bodyPr wrap="square" anchor="ctr" anchorCtr="0">
            <a:noAutofit/>
          </a:bodyPr>
          <a:lstStyle>
            <a:lvl1pPr marL="0" indent="0" algn="ctr">
              <a:buNone/>
              <a:defRPr sz="1200">
                <a:solidFill>
                  <a:schemeClr val="tx2"/>
                </a:solidFill>
                <a:latin typeface="Calibri" panose="020F0502020204030204" pitchFamily="34" charset="0"/>
                <a:ea typeface="Calibri" panose="020F0502020204030204" pitchFamily="34" charset="0"/>
                <a:cs typeface="Calibri" panose="020F0502020204030204" pitchFamily="34" charset="0"/>
              </a:defRPr>
            </a:lvl1pPr>
          </a:lstStyle>
          <a:p>
            <a:endParaRPr lang="en-US" dirty="0"/>
          </a:p>
        </p:txBody>
      </p:sp>
      <p:sp>
        <p:nvSpPr>
          <p:cNvPr id="14" name="Picture Placeholder 13">
            <a:extLst>
              <a:ext uri="{FF2B5EF4-FFF2-40B4-BE49-F238E27FC236}">
                <a16:creationId xmlns:a16="http://schemas.microsoft.com/office/drawing/2014/main" id="{AEF6F07A-655A-4F9F-813B-C59CC34FC29B}"/>
              </a:ext>
            </a:extLst>
          </p:cNvPr>
          <p:cNvSpPr>
            <a:spLocks noGrp="1"/>
          </p:cNvSpPr>
          <p:nvPr>
            <p:ph type="pic" sz="quarter" idx="13"/>
          </p:nvPr>
        </p:nvSpPr>
        <p:spPr>
          <a:xfrm>
            <a:off x="8919558" y="2244243"/>
            <a:ext cx="2500881" cy="2308343"/>
          </a:xfrm>
          <a:custGeom>
            <a:avLst/>
            <a:gdLst>
              <a:gd name="connsiteX0" fmla="*/ 1257170 w 5553171"/>
              <a:gd name="connsiteY0" fmla="*/ 0 h 5125642"/>
              <a:gd name="connsiteX1" fmla="*/ 1305448 w 5553171"/>
              <a:gd name="connsiteY1" fmla="*/ 0 h 5125642"/>
              <a:gd name="connsiteX2" fmla="*/ 1633269 w 5553171"/>
              <a:gd name="connsiteY2" fmla="*/ 0 h 5125642"/>
              <a:gd name="connsiteX3" fmla="*/ 1681548 w 5553171"/>
              <a:gd name="connsiteY3" fmla="*/ 0 h 5125642"/>
              <a:gd name="connsiteX4" fmla="*/ 2517898 w 5553171"/>
              <a:gd name="connsiteY4" fmla="*/ 0 h 5125642"/>
              <a:gd name="connsiteX5" fmla="*/ 2566176 w 5553171"/>
              <a:gd name="connsiteY5" fmla="*/ 0 h 5125642"/>
              <a:gd name="connsiteX6" fmla="*/ 2610895 w 5553171"/>
              <a:gd name="connsiteY6" fmla="*/ 0 h 5125642"/>
              <a:gd name="connsiteX7" fmla="*/ 2893997 w 5553171"/>
              <a:gd name="connsiteY7" fmla="*/ 0 h 5125642"/>
              <a:gd name="connsiteX8" fmla="*/ 2942276 w 5553171"/>
              <a:gd name="connsiteY8" fmla="*/ 0 h 5125642"/>
              <a:gd name="connsiteX9" fmla="*/ 2986995 w 5553171"/>
              <a:gd name="connsiteY9" fmla="*/ 0 h 5125642"/>
              <a:gd name="connsiteX10" fmla="*/ 3871624 w 5553171"/>
              <a:gd name="connsiteY10" fmla="*/ 0 h 5125642"/>
              <a:gd name="connsiteX11" fmla="*/ 3916343 w 5553171"/>
              <a:gd name="connsiteY11" fmla="*/ 0 h 5125642"/>
              <a:gd name="connsiteX12" fmla="*/ 4247724 w 5553171"/>
              <a:gd name="connsiteY12" fmla="*/ 0 h 5125642"/>
              <a:gd name="connsiteX13" fmla="*/ 4292442 w 5553171"/>
              <a:gd name="connsiteY13" fmla="*/ 0 h 5125642"/>
              <a:gd name="connsiteX14" fmla="*/ 5177072 w 5553171"/>
              <a:gd name="connsiteY14" fmla="*/ 0 h 5125642"/>
              <a:gd name="connsiteX15" fmla="*/ 5553171 w 5553171"/>
              <a:gd name="connsiteY15" fmla="*/ 0 h 5125642"/>
              <a:gd name="connsiteX16" fmla="*/ 4296002 w 5553171"/>
              <a:gd name="connsiteY16" fmla="*/ 5125642 h 5125642"/>
              <a:gd name="connsiteX17" fmla="*/ 4247724 w 5553171"/>
              <a:gd name="connsiteY17" fmla="*/ 5125642 h 5125642"/>
              <a:gd name="connsiteX18" fmla="*/ 3919902 w 5553171"/>
              <a:gd name="connsiteY18" fmla="*/ 5125642 h 5125642"/>
              <a:gd name="connsiteX19" fmla="*/ 3871624 w 5553171"/>
              <a:gd name="connsiteY19" fmla="*/ 5125642 h 5125642"/>
              <a:gd name="connsiteX20" fmla="*/ 3035273 w 5553171"/>
              <a:gd name="connsiteY20" fmla="*/ 5125642 h 5125642"/>
              <a:gd name="connsiteX21" fmla="*/ 2986995 w 5553171"/>
              <a:gd name="connsiteY21" fmla="*/ 5125642 h 5125642"/>
              <a:gd name="connsiteX22" fmla="*/ 2942276 w 5553171"/>
              <a:gd name="connsiteY22" fmla="*/ 5125642 h 5125642"/>
              <a:gd name="connsiteX23" fmla="*/ 2659174 w 5553171"/>
              <a:gd name="connsiteY23" fmla="*/ 5125642 h 5125642"/>
              <a:gd name="connsiteX24" fmla="*/ 2610895 w 5553171"/>
              <a:gd name="connsiteY24" fmla="*/ 5125642 h 5125642"/>
              <a:gd name="connsiteX25" fmla="*/ 2566176 w 5553171"/>
              <a:gd name="connsiteY25" fmla="*/ 5125642 h 5125642"/>
              <a:gd name="connsiteX26" fmla="*/ 1681548 w 5553171"/>
              <a:gd name="connsiteY26" fmla="*/ 5125642 h 5125642"/>
              <a:gd name="connsiteX27" fmla="*/ 1636829 w 5553171"/>
              <a:gd name="connsiteY27" fmla="*/ 5125642 h 5125642"/>
              <a:gd name="connsiteX28" fmla="*/ 1305448 w 5553171"/>
              <a:gd name="connsiteY28" fmla="*/ 5125642 h 5125642"/>
              <a:gd name="connsiteX29" fmla="*/ 1260728 w 5553171"/>
              <a:gd name="connsiteY29" fmla="*/ 5125642 h 5125642"/>
              <a:gd name="connsiteX30" fmla="*/ 376100 w 5553171"/>
              <a:gd name="connsiteY30" fmla="*/ 5125642 h 5125642"/>
              <a:gd name="connsiteX31" fmla="*/ 0 w 5553171"/>
              <a:gd name="connsiteY31" fmla="*/ 5125642 h 51256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5553171" h="5125642">
                <a:moveTo>
                  <a:pt x="1257170" y="0"/>
                </a:moveTo>
                <a:lnTo>
                  <a:pt x="1305448" y="0"/>
                </a:lnTo>
                <a:lnTo>
                  <a:pt x="1633269" y="0"/>
                </a:lnTo>
                <a:lnTo>
                  <a:pt x="1681548" y="0"/>
                </a:lnTo>
                <a:lnTo>
                  <a:pt x="2517898" y="0"/>
                </a:lnTo>
                <a:lnTo>
                  <a:pt x="2566176" y="0"/>
                </a:lnTo>
                <a:lnTo>
                  <a:pt x="2610895" y="0"/>
                </a:lnTo>
                <a:lnTo>
                  <a:pt x="2893997" y="0"/>
                </a:lnTo>
                <a:lnTo>
                  <a:pt x="2942276" y="0"/>
                </a:lnTo>
                <a:lnTo>
                  <a:pt x="2986995" y="0"/>
                </a:lnTo>
                <a:lnTo>
                  <a:pt x="3871624" y="0"/>
                </a:lnTo>
                <a:lnTo>
                  <a:pt x="3916343" y="0"/>
                </a:lnTo>
                <a:lnTo>
                  <a:pt x="4247724" y="0"/>
                </a:lnTo>
                <a:lnTo>
                  <a:pt x="4292442" y="0"/>
                </a:lnTo>
                <a:lnTo>
                  <a:pt x="5177072" y="0"/>
                </a:lnTo>
                <a:lnTo>
                  <a:pt x="5553171" y="0"/>
                </a:lnTo>
                <a:lnTo>
                  <a:pt x="4296002" y="5125642"/>
                </a:lnTo>
                <a:lnTo>
                  <a:pt x="4247724" y="5125642"/>
                </a:lnTo>
                <a:lnTo>
                  <a:pt x="3919902" y="5125642"/>
                </a:lnTo>
                <a:lnTo>
                  <a:pt x="3871624" y="5125642"/>
                </a:lnTo>
                <a:lnTo>
                  <a:pt x="3035273" y="5125642"/>
                </a:lnTo>
                <a:lnTo>
                  <a:pt x="2986995" y="5125642"/>
                </a:lnTo>
                <a:lnTo>
                  <a:pt x="2942276" y="5125642"/>
                </a:lnTo>
                <a:lnTo>
                  <a:pt x="2659174" y="5125642"/>
                </a:lnTo>
                <a:lnTo>
                  <a:pt x="2610895" y="5125642"/>
                </a:lnTo>
                <a:lnTo>
                  <a:pt x="2566176" y="5125642"/>
                </a:lnTo>
                <a:lnTo>
                  <a:pt x="1681548" y="5125642"/>
                </a:lnTo>
                <a:lnTo>
                  <a:pt x="1636829" y="5125642"/>
                </a:lnTo>
                <a:lnTo>
                  <a:pt x="1305448" y="5125642"/>
                </a:lnTo>
                <a:lnTo>
                  <a:pt x="1260728" y="5125642"/>
                </a:lnTo>
                <a:lnTo>
                  <a:pt x="376100" y="5125642"/>
                </a:lnTo>
                <a:lnTo>
                  <a:pt x="0" y="5125642"/>
                </a:lnTo>
                <a:close/>
              </a:path>
            </a:pathLst>
          </a:custGeom>
        </p:spPr>
        <p:txBody>
          <a:bodyPr wrap="square" anchor="ctr" anchorCtr="0">
            <a:noAutofit/>
          </a:bodyPr>
          <a:lstStyle>
            <a:lvl1pPr marL="0" indent="0" algn="ctr">
              <a:buNone/>
              <a:defRPr sz="1200">
                <a:solidFill>
                  <a:schemeClr val="tx2"/>
                </a:solidFill>
                <a:latin typeface="Calibri" panose="020F0502020204030204" pitchFamily="34" charset="0"/>
                <a:ea typeface="Calibri" panose="020F0502020204030204" pitchFamily="34" charset="0"/>
                <a:cs typeface="Calibri" panose="020F0502020204030204" pitchFamily="34" charset="0"/>
              </a:defRPr>
            </a:lvl1pPr>
          </a:lstStyle>
          <a:p>
            <a:endParaRPr lang="en-US" dirty="0"/>
          </a:p>
        </p:txBody>
      </p:sp>
      <p:sp>
        <p:nvSpPr>
          <p:cNvPr id="2" name="fcSlideMaster.Our Team Slide 03Footer" descr=" &#10;Hizmete Özel | Restricted">
            <a:extLst>
              <a:ext uri="{FF2B5EF4-FFF2-40B4-BE49-F238E27FC236}">
                <a16:creationId xmlns:a16="http://schemas.microsoft.com/office/drawing/2014/main" id="{F782A654-24A8-42EF-93C3-6964E29836AF}"/>
              </a:ext>
            </a:extLst>
          </p:cNvPr>
          <p:cNvSpPr txBox="1"/>
          <p:nvPr userDrawn="1"/>
        </p:nvSpPr>
        <p:spPr>
          <a:xfrm>
            <a:off x="0" y="6417734"/>
            <a:ext cx="12192000" cy="451342"/>
          </a:xfrm>
          <a:prstGeom prst="rect">
            <a:avLst/>
          </a:prstGeom>
          <a:solidFill>
            <a:srgbClr val="FFFFFF"/>
          </a:solidFill>
        </p:spPr>
        <p:txBody>
          <a:bodyPr vert="horz" rtlCol="0">
            <a:spAutoFit/>
          </a:bodyPr>
          <a:lstStyle/>
          <a:p>
            <a:pPr algn="ctr"/>
            <a:r>
              <a:rPr lang="tr-TR" sz="1133" b="0" i="0" u="none" baseline="0">
                <a:solidFill>
                  <a:srgbClr val="000000"/>
                </a:solidFill>
                <a:latin typeface="Microsoft Sans Serif" panose="020B0604020202020204" pitchFamily="34" charset="0"/>
              </a:rPr>
              <a:t> </a:t>
            </a:r>
          </a:p>
          <a:p>
            <a:pPr algn="ctr"/>
            <a:r>
              <a:rPr lang="tr-TR" sz="1200" b="1" i="0" u="none" baseline="0">
                <a:solidFill>
                  <a:srgbClr val="FFA500"/>
                </a:solidFill>
                <a:latin typeface="calibri" panose="020F0502020204030204" pitchFamily="34" charset="0"/>
              </a:rPr>
              <a:t>Hizmete Özel | Restricted</a:t>
            </a:r>
          </a:p>
        </p:txBody>
      </p:sp>
    </p:spTree>
    <p:extLst>
      <p:ext uri="{BB962C8B-B14F-4D97-AF65-F5344CB8AC3E}">
        <p14:creationId xmlns:p14="http://schemas.microsoft.com/office/powerpoint/2010/main" val="1968581271"/>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19.xml><?xml version="1.0" encoding="utf-8"?>
<p:sldLayout xmlns:a="http://schemas.openxmlformats.org/drawingml/2006/main" xmlns:r="http://schemas.openxmlformats.org/officeDocument/2006/relationships" xmlns:p="http://schemas.openxmlformats.org/presentationml/2006/main" userDrawn="1">
  <p:cSld name="1_Custom Layout">
    <p:spTree>
      <p:nvGrpSpPr>
        <p:cNvPr id="1" name=""/>
        <p:cNvGrpSpPr/>
        <p:nvPr/>
      </p:nvGrpSpPr>
      <p:grpSpPr>
        <a:xfrm>
          <a:off x="0" y="0"/>
          <a:ext cx="0" cy="0"/>
          <a:chOff x="0" y="0"/>
          <a:chExt cx="0" cy="0"/>
        </a:xfrm>
      </p:grpSpPr>
      <p:sp>
        <p:nvSpPr>
          <p:cNvPr id="5" name="Picture Placeholder 4">
            <a:extLst>
              <a:ext uri="{FF2B5EF4-FFF2-40B4-BE49-F238E27FC236}">
                <a16:creationId xmlns:a16="http://schemas.microsoft.com/office/drawing/2014/main" id="{0499815A-FE0B-43B2-9525-D64366BC9019}"/>
              </a:ext>
            </a:extLst>
          </p:cNvPr>
          <p:cNvSpPr>
            <a:spLocks noGrp="1"/>
          </p:cNvSpPr>
          <p:nvPr>
            <p:ph type="pic" sz="quarter" idx="10"/>
          </p:nvPr>
        </p:nvSpPr>
        <p:spPr>
          <a:xfrm>
            <a:off x="8239674" y="0"/>
            <a:ext cx="3952327" cy="6858000"/>
          </a:xfrm>
          <a:custGeom>
            <a:avLst/>
            <a:gdLst>
              <a:gd name="connsiteX0" fmla="*/ 3717866 w 3952326"/>
              <a:gd name="connsiteY0" fmla="*/ 0 h 6858000"/>
              <a:gd name="connsiteX1" fmla="*/ 3952326 w 3952326"/>
              <a:gd name="connsiteY1" fmla="*/ 0 h 6858000"/>
              <a:gd name="connsiteX2" fmla="*/ 3952326 w 3952326"/>
              <a:gd name="connsiteY2" fmla="*/ 6858000 h 6858000"/>
              <a:gd name="connsiteX3" fmla="*/ 3717866 w 3952326"/>
              <a:gd name="connsiteY3" fmla="*/ 6858000 h 6858000"/>
              <a:gd name="connsiteX4" fmla="*/ 0 w 3952326"/>
              <a:gd name="connsiteY4" fmla="*/ 342900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952326" h="6858000">
                <a:moveTo>
                  <a:pt x="3717866" y="0"/>
                </a:moveTo>
                <a:lnTo>
                  <a:pt x="3952326" y="0"/>
                </a:lnTo>
                <a:lnTo>
                  <a:pt x="3952326" y="6858000"/>
                </a:lnTo>
                <a:lnTo>
                  <a:pt x="3717866" y="6858000"/>
                </a:lnTo>
                <a:lnTo>
                  <a:pt x="0" y="3429000"/>
                </a:lnTo>
                <a:close/>
              </a:path>
            </a:pathLst>
          </a:custGeom>
        </p:spPr>
        <p:txBody>
          <a:bodyPr wrap="square">
            <a:noAutofit/>
          </a:bodyPr>
          <a:lstStyle/>
          <a:p>
            <a:endParaRPr lang="en-ID"/>
          </a:p>
        </p:txBody>
      </p:sp>
      <p:sp>
        <p:nvSpPr>
          <p:cNvPr id="2" name="fcSlideMaster.1_Custom LayoutFooter" descr=" &#10;Hizmete Özel | Restricted">
            <a:extLst>
              <a:ext uri="{FF2B5EF4-FFF2-40B4-BE49-F238E27FC236}">
                <a16:creationId xmlns:a16="http://schemas.microsoft.com/office/drawing/2014/main" id="{59EC4602-BC8E-4DEF-A47A-FF78910F2887}"/>
              </a:ext>
            </a:extLst>
          </p:cNvPr>
          <p:cNvSpPr txBox="1"/>
          <p:nvPr userDrawn="1"/>
        </p:nvSpPr>
        <p:spPr>
          <a:xfrm>
            <a:off x="0" y="6417734"/>
            <a:ext cx="12192000" cy="451342"/>
          </a:xfrm>
          <a:prstGeom prst="rect">
            <a:avLst/>
          </a:prstGeom>
          <a:solidFill>
            <a:srgbClr val="FFFFFF"/>
          </a:solidFill>
        </p:spPr>
        <p:txBody>
          <a:bodyPr vert="horz" rtlCol="0">
            <a:spAutoFit/>
          </a:bodyPr>
          <a:lstStyle/>
          <a:p>
            <a:pPr algn="ctr"/>
            <a:r>
              <a:rPr lang="tr-TR" sz="1133" b="0" i="0" u="none" baseline="0">
                <a:solidFill>
                  <a:srgbClr val="000000"/>
                </a:solidFill>
                <a:latin typeface="Microsoft Sans Serif" panose="020B0604020202020204" pitchFamily="34" charset="0"/>
              </a:rPr>
              <a:t> </a:t>
            </a:r>
          </a:p>
          <a:p>
            <a:pPr algn="ctr"/>
            <a:r>
              <a:rPr lang="tr-TR" sz="1200" b="1" i="0" u="none" baseline="0">
                <a:solidFill>
                  <a:srgbClr val="FFA500"/>
                </a:solidFill>
                <a:latin typeface="calibri" panose="020F0502020204030204" pitchFamily="34" charset="0"/>
              </a:rPr>
              <a:t>Hizmete Özel | Restricted</a:t>
            </a:r>
          </a:p>
        </p:txBody>
      </p:sp>
    </p:spTree>
    <p:extLst>
      <p:ext uri="{BB962C8B-B14F-4D97-AF65-F5344CB8AC3E}">
        <p14:creationId xmlns:p14="http://schemas.microsoft.com/office/powerpoint/2010/main" val="2948134197"/>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userDrawn="1">
  <p:cSld name="Timline Slide 01">
    <p:spTree>
      <p:nvGrpSpPr>
        <p:cNvPr id="1" name=""/>
        <p:cNvGrpSpPr/>
        <p:nvPr/>
      </p:nvGrpSpPr>
      <p:grpSpPr>
        <a:xfrm>
          <a:off x="0" y="0"/>
          <a:ext cx="0" cy="0"/>
          <a:chOff x="0" y="0"/>
          <a:chExt cx="0" cy="0"/>
        </a:xfrm>
      </p:grpSpPr>
      <p:sp>
        <p:nvSpPr>
          <p:cNvPr id="2" name="fcSlideMaster.Timline Slide 01Footer" descr=" &#10;Hizmete Özel | Restricted">
            <a:extLst>
              <a:ext uri="{FF2B5EF4-FFF2-40B4-BE49-F238E27FC236}">
                <a16:creationId xmlns:a16="http://schemas.microsoft.com/office/drawing/2014/main" id="{340F66ED-E332-4BE8-A983-5846E352D90F}"/>
              </a:ext>
            </a:extLst>
          </p:cNvPr>
          <p:cNvSpPr txBox="1"/>
          <p:nvPr userDrawn="1"/>
        </p:nvSpPr>
        <p:spPr>
          <a:xfrm>
            <a:off x="0" y="6417734"/>
            <a:ext cx="12192000" cy="451342"/>
          </a:xfrm>
          <a:prstGeom prst="rect">
            <a:avLst/>
          </a:prstGeom>
          <a:solidFill>
            <a:srgbClr val="FFFFFF"/>
          </a:solidFill>
        </p:spPr>
        <p:txBody>
          <a:bodyPr vert="horz" rtlCol="0">
            <a:spAutoFit/>
          </a:bodyPr>
          <a:lstStyle/>
          <a:p>
            <a:pPr algn="ctr"/>
            <a:r>
              <a:rPr lang="tr-TR" sz="1133" b="0" i="0" u="none" baseline="0">
                <a:solidFill>
                  <a:srgbClr val="000000"/>
                </a:solidFill>
                <a:latin typeface="Microsoft Sans Serif" panose="020B0604020202020204" pitchFamily="34" charset="0"/>
              </a:rPr>
              <a:t> </a:t>
            </a:r>
          </a:p>
          <a:p>
            <a:pPr algn="ctr"/>
            <a:r>
              <a:rPr lang="tr-TR" sz="1200" b="1" i="0" u="none" baseline="0">
                <a:solidFill>
                  <a:srgbClr val="FFA500"/>
                </a:solidFill>
                <a:latin typeface="calibri" panose="020F0502020204030204" pitchFamily="34" charset="0"/>
              </a:rPr>
              <a:t>Hizmete Özel | Restricted</a:t>
            </a:r>
          </a:p>
        </p:txBody>
      </p:sp>
    </p:spTree>
    <p:extLst>
      <p:ext uri="{BB962C8B-B14F-4D97-AF65-F5344CB8AC3E}">
        <p14:creationId xmlns:p14="http://schemas.microsoft.com/office/powerpoint/2010/main" val="261426986"/>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21.xml><?xml version="1.0" encoding="utf-8"?>
<p:sldLayout xmlns:a="http://schemas.openxmlformats.org/drawingml/2006/main" xmlns:r="http://schemas.openxmlformats.org/officeDocument/2006/relationships" xmlns:p="http://schemas.openxmlformats.org/presentationml/2006/main" userDrawn="1">
  <p:cSld name="Timline Slide 02">
    <p:spTree>
      <p:nvGrpSpPr>
        <p:cNvPr id="1" name=""/>
        <p:cNvGrpSpPr/>
        <p:nvPr/>
      </p:nvGrpSpPr>
      <p:grpSpPr>
        <a:xfrm>
          <a:off x="0" y="0"/>
          <a:ext cx="0" cy="0"/>
          <a:chOff x="0" y="0"/>
          <a:chExt cx="0" cy="0"/>
        </a:xfrm>
      </p:grpSpPr>
      <p:sp>
        <p:nvSpPr>
          <p:cNvPr id="2" name="fcSlideMaster.Timline Slide 02Footer" descr=" &#10;Hizmete Özel | Restricted">
            <a:extLst>
              <a:ext uri="{FF2B5EF4-FFF2-40B4-BE49-F238E27FC236}">
                <a16:creationId xmlns:a16="http://schemas.microsoft.com/office/drawing/2014/main" id="{4A6AC522-CFAD-4195-8340-54924C1B3D1D}"/>
              </a:ext>
            </a:extLst>
          </p:cNvPr>
          <p:cNvSpPr txBox="1"/>
          <p:nvPr userDrawn="1"/>
        </p:nvSpPr>
        <p:spPr>
          <a:xfrm>
            <a:off x="0" y="6417734"/>
            <a:ext cx="12192000" cy="451342"/>
          </a:xfrm>
          <a:prstGeom prst="rect">
            <a:avLst/>
          </a:prstGeom>
          <a:solidFill>
            <a:srgbClr val="FFFFFF"/>
          </a:solidFill>
        </p:spPr>
        <p:txBody>
          <a:bodyPr vert="horz" rtlCol="0">
            <a:spAutoFit/>
          </a:bodyPr>
          <a:lstStyle/>
          <a:p>
            <a:pPr algn="ctr"/>
            <a:r>
              <a:rPr lang="tr-TR" sz="1133" b="0" i="0" u="none" baseline="0">
                <a:solidFill>
                  <a:srgbClr val="000000"/>
                </a:solidFill>
                <a:latin typeface="Microsoft Sans Serif" panose="020B0604020202020204" pitchFamily="34" charset="0"/>
              </a:rPr>
              <a:t> </a:t>
            </a:r>
          </a:p>
          <a:p>
            <a:pPr algn="ctr"/>
            <a:r>
              <a:rPr lang="tr-TR" sz="1200" b="1" i="0" u="none" baseline="0">
                <a:solidFill>
                  <a:srgbClr val="FFA500"/>
                </a:solidFill>
                <a:latin typeface="calibri" panose="020F0502020204030204" pitchFamily="34" charset="0"/>
              </a:rPr>
              <a:t>Hizmete Özel | Restricted</a:t>
            </a:r>
          </a:p>
        </p:txBody>
      </p:sp>
    </p:spTree>
    <p:extLst>
      <p:ext uri="{BB962C8B-B14F-4D97-AF65-F5344CB8AC3E}">
        <p14:creationId xmlns:p14="http://schemas.microsoft.com/office/powerpoint/2010/main" val="1642954148"/>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22.xml><?xml version="1.0" encoding="utf-8"?>
<p:sldLayout xmlns:a="http://schemas.openxmlformats.org/drawingml/2006/main" xmlns:r="http://schemas.openxmlformats.org/officeDocument/2006/relationships" xmlns:p="http://schemas.openxmlformats.org/presentationml/2006/main" userDrawn="1">
  <p:cSld name="3_Custom Layout">
    <p:spTree>
      <p:nvGrpSpPr>
        <p:cNvPr id="1" name=""/>
        <p:cNvGrpSpPr/>
        <p:nvPr/>
      </p:nvGrpSpPr>
      <p:grpSpPr>
        <a:xfrm>
          <a:off x="0" y="0"/>
          <a:ext cx="0" cy="0"/>
          <a:chOff x="0" y="0"/>
          <a:chExt cx="0" cy="0"/>
        </a:xfrm>
      </p:grpSpPr>
      <p:sp>
        <p:nvSpPr>
          <p:cNvPr id="2" name="fcSlideMaster.3_Custom LayoutFooter" descr=" &#10;Hizmete Özel | Restricted">
            <a:extLst>
              <a:ext uri="{FF2B5EF4-FFF2-40B4-BE49-F238E27FC236}">
                <a16:creationId xmlns:a16="http://schemas.microsoft.com/office/drawing/2014/main" id="{B9683E22-7C24-4480-916C-4471A3654E41}"/>
              </a:ext>
            </a:extLst>
          </p:cNvPr>
          <p:cNvSpPr txBox="1"/>
          <p:nvPr userDrawn="1"/>
        </p:nvSpPr>
        <p:spPr>
          <a:xfrm>
            <a:off x="0" y="6417734"/>
            <a:ext cx="12192000" cy="451342"/>
          </a:xfrm>
          <a:prstGeom prst="rect">
            <a:avLst/>
          </a:prstGeom>
          <a:solidFill>
            <a:srgbClr val="FFFFFF"/>
          </a:solidFill>
        </p:spPr>
        <p:txBody>
          <a:bodyPr vert="horz" rtlCol="0">
            <a:spAutoFit/>
          </a:bodyPr>
          <a:lstStyle/>
          <a:p>
            <a:pPr algn="ctr"/>
            <a:r>
              <a:rPr lang="tr-TR" sz="1133" b="0" i="0" u="none" baseline="0">
                <a:solidFill>
                  <a:srgbClr val="000000"/>
                </a:solidFill>
                <a:latin typeface="Microsoft Sans Serif" panose="020B0604020202020204" pitchFamily="34" charset="0"/>
              </a:rPr>
              <a:t> </a:t>
            </a:r>
          </a:p>
          <a:p>
            <a:pPr algn="ctr"/>
            <a:r>
              <a:rPr lang="tr-TR" sz="1200" b="1" i="0" u="none" baseline="0">
                <a:solidFill>
                  <a:srgbClr val="FFA500"/>
                </a:solidFill>
                <a:latin typeface="calibri" panose="020F0502020204030204" pitchFamily="34" charset="0"/>
              </a:rPr>
              <a:t>Hizmete Özel | Restricted</a:t>
            </a:r>
          </a:p>
        </p:txBody>
      </p:sp>
    </p:spTree>
    <p:extLst>
      <p:ext uri="{BB962C8B-B14F-4D97-AF65-F5344CB8AC3E}">
        <p14:creationId xmlns:p14="http://schemas.microsoft.com/office/powerpoint/2010/main" val="199135936"/>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userDrawn="1">
  <p:cSld name="iPhone Mockup Slide 02">
    <p:spTree>
      <p:nvGrpSpPr>
        <p:cNvPr id="1" name=""/>
        <p:cNvGrpSpPr/>
        <p:nvPr/>
      </p:nvGrpSpPr>
      <p:grpSpPr>
        <a:xfrm>
          <a:off x="0" y="0"/>
          <a:ext cx="0" cy="0"/>
          <a:chOff x="0" y="0"/>
          <a:chExt cx="0" cy="0"/>
        </a:xfrm>
      </p:grpSpPr>
      <p:sp>
        <p:nvSpPr>
          <p:cNvPr id="4" name="Picture Placeholder 8">
            <a:extLst>
              <a:ext uri="{FF2B5EF4-FFF2-40B4-BE49-F238E27FC236}">
                <a16:creationId xmlns:a16="http://schemas.microsoft.com/office/drawing/2014/main" id="{0071E9F2-32CA-4728-A258-184F2744C794}"/>
              </a:ext>
            </a:extLst>
          </p:cNvPr>
          <p:cNvSpPr>
            <a:spLocks noGrp="1"/>
          </p:cNvSpPr>
          <p:nvPr>
            <p:ph type="pic" sz="quarter" idx="10"/>
          </p:nvPr>
        </p:nvSpPr>
        <p:spPr>
          <a:xfrm>
            <a:off x="7245992" y="1287270"/>
            <a:ext cx="2203547" cy="4146972"/>
          </a:xfrm>
          <a:custGeom>
            <a:avLst/>
            <a:gdLst>
              <a:gd name="connsiteX0" fmla="*/ 0 w 10452100"/>
              <a:gd name="connsiteY0" fmla="*/ 0 h 13716000"/>
              <a:gd name="connsiteX1" fmla="*/ 10452100 w 10452100"/>
              <a:gd name="connsiteY1" fmla="*/ 0 h 13716000"/>
              <a:gd name="connsiteX2" fmla="*/ 10452100 w 10452100"/>
              <a:gd name="connsiteY2" fmla="*/ 13716000 h 13716000"/>
              <a:gd name="connsiteX3" fmla="*/ 0 w 10452100"/>
              <a:gd name="connsiteY3" fmla="*/ 13716000 h 13716000"/>
            </a:gdLst>
            <a:ahLst/>
            <a:cxnLst>
              <a:cxn ang="0">
                <a:pos x="connsiteX0" y="connsiteY0"/>
              </a:cxn>
              <a:cxn ang="0">
                <a:pos x="connsiteX1" y="connsiteY1"/>
              </a:cxn>
              <a:cxn ang="0">
                <a:pos x="connsiteX2" y="connsiteY2"/>
              </a:cxn>
              <a:cxn ang="0">
                <a:pos x="connsiteX3" y="connsiteY3"/>
              </a:cxn>
            </a:cxnLst>
            <a:rect l="l" t="t" r="r" b="b"/>
            <a:pathLst>
              <a:path w="10452100" h="13716000">
                <a:moveTo>
                  <a:pt x="0" y="0"/>
                </a:moveTo>
                <a:lnTo>
                  <a:pt x="10452100" y="0"/>
                </a:lnTo>
                <a:lnTo>
                  <a:pt x="10452100" y="13716000"/>
                </a:lnTo>
                <a:lnTo>
                  <a:pt x="0" y="13716000"/>
                </a:lnTo>
                <a:close/>
              </a:path>
            </a:pathLst>
          </a:custGeom>
          <a:ln w="19050">
            <a:solidFill>
              <a:schemeClr val="tx1"/>
            </a:solidFill>
          </a:ln>
        </p:spPr>
        <p:txBody>
          <a:bodyPr wrap="square" anchor="ctr" anchorCtr="0">
            <a:noAutofit/>
          </a:bodyPr>
          <a:lstStyle>
            <a:lvl1pPr marL="0" indent="0" algn="ctr">
              <a:buNone/>
              <a:defRPr sz="1200">
                <a:solidFill>
                  <a:schemeClr val="tx2"/>
                </a:solidFill>
                <a:latin typeface="Calibri" panose="020F0502020204030204" pitchFamily="34" charset="0"/>
                <a:ea typeface="Calibri" panose="020F0502020204030204" pitchFamily="34" charset="0"/>
                <a:cs typeface="Calibri" panose="020F0502020204030204" pitchFamily="34" charset="0"/>
              </a:defRPr>
            </a:lvl1pPr>
          </a:lstStyle>
          <a:p>
            <a:endParaRPr lang="en-US" dirty="0"/>
          </a:p>
        </p:txBody>
      </p:sp>
      <p:sp>
        <p:nvSpPr>
          <p:cNvPr id="2" name="fcSlideMaster.iPhone Mockup Slide 02Footer" descr=" &#10;Hizmete Özel | Restricted">
            <a:extLst>
              <a:ext uri="{FF2B5EF4-FFF2-40B4-BE49-F238E27FC236}">
                <a16:creationId xmlns:a16="http://schemas.microsoft.com/office/drawing/2014/main" id="{B30F5222-580D-45F3-B912-62CC50380214}"/>
              </a:ext>
            </a:extLst>
          </p:cNvPr>
          <p:cNvSpPr txBox="1"/>
          <p:nvPr userDrawn="1"/>
        </p:nvSpPr>
        <p:spPr>
          <a:xfrm>
            <a:off x="0" y="6417734"/>
            <a:ext cx="12192000" cy="451342"/>
          </a:xfrm>
          <a:prstGeom prst="rect">
            <a:avLst/>
          </a:prstGeom>
          <a:solidFill>
            <a:srgbClr val="FFFFFF"/>
          </a:solidFill>
        </p:spPr>
        <p:txBody>
          <a:bodyPr vert="horz" rtlCol="0">
            <a:spAutoFit/>
          </a:bodyPr>
          <a:lstStyle/>
          <a:p>
            <a:pPr algn="ctr"/>
            <a:r>
              <a:rPr lang="tr-TR" sz="1133" b="0" i="0" u="none" baseline="0">
                <a:solidFill>
                  <a:srgbClr val="000000"/>
                </a:solidFill>
                <a:latin typeface="Microsoft Sans Serif" panose="020B0604020202020204" pitchFamily="34" charset="0"/>
              </a:rPr>
              <a:t> </a:t>
            </a:r>
          </a:p>
          <a:p>
            <a:pPr algn="ctr"/>
            <a:r>
              <a:rPr lang="tr-TR" sz="1200" b="1" i="0" u="none" baseline="0">
                <a:solidFill>
                  <a:srgbClr val="FFA500"/>
                </a:solidFill>
                <a:latin typeface="calibri" panose="020F0502020204030204" pitchFamily="34" charset="0"/>
              </a:rPr>
              <a:t>Hizmete Özel | Restricted</a:t>
            </a:r>
          </a:p>
        </p:txBody>
      </p:sp>
    </p:spTree>
    <p:extLst>
      <p:ext uri="{BB962C8B-B14F-4D97-AF65-F5344CB8AC3E}">
        <p14:creationId xmlns:p14="http://schemas.microsoft.com/office/powerpoint/2010/main" val="1941834907"/>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24.xml><?xml version="1.0" encoding="utf-8"?>
<p:sldLayout xmlns:a="http://schemas.openxmlformats.org/drawingml/2006/main" xmlns:r="http://schemas.openxmlformats.org/officeDocument/2006/relationships" xmlns:p="http://schemas.openxmlformats.org/presentationml/2006/main" userDrawn="1">
  <p:cSld name="44_Title Slide">
    <p:spTree>
      <p:nvGrpSpPr>
        <p:cNvPr id="1" name=""/>
        <p:cNvGrpSpPr/>
        <p:nvPr/>
      </p:nvGrpSpPr>
      <p:grpSpPr>
        <a:xfrm>
          <a:off x="0" y="0"/>
          <a:ext cx="0" cy="0"/>
          <a:chOff x="0" y="0"/>
          <a:chExt cx="0" cy="0"/>
        </a:xfrm>
      </p:grpSpPr>
      <p:sp>
        <p:nvSpPr>
          <p:cNvPr id="2" name="Freeform: Shape 1">
            <a:extLst>
              <a:ext uri="{FF2B5EF4-FFF2-40B4-BE49-F238E27FC236}">
                <a16:creationId xmlns:a16="http://schemas.microsoft.com/office/drawing/2014/main" id="{BE722F34-3567-4738-9AEE-264AF996FF1C}"/>
              </a:ext>
            </a:extLst>
          </p:cNvPr>
          <p:cNvSpPr/>
          <p:nvPr userDrawn="1"/>
        </p:nvSpPr>
        <p:spPr>
          <a:xfrm flipH="1">
            <a:off x="4369405" y="0"/>
            <a:ext cx="7822595" cy="6858000"/>
          </a:xfrm>
          <a:custGeom>
            <a:avLst/>
            <a:gdLst>
              <a:gd name="connsiteX0" fmla="*/ 0 w 7810500"/>
              <a:gd name="connsiteY0" fmla="*/ 0 h 6858000"/>
              <a:gd name="connsiteX1" fmla="*/ 6096000 w 7810500"/>
              <a:gd name="connsiteY1" fmla="*/ 0 h 6858000"/>
              <a:gd name="connsiteX2" fmla="*/ 7810500 w 7810500"/>
              <a:gd name="connsiteY2" fmla="*/ 1714500 h 6858000"/>
              <a:gd name="connsiteX3" fmla="*/ 6096000 w 7810500"/>
              <a:gd name="connsiteY3" fmla="*/ 3429000 h 6858000"/>
              <a:gd name="connsiteX4" fmla="*/ 4381500 w 7810500"/>
              <a:gd name="connsiteY4" fmla="*/ 5143500 h 6858000"/>
              <a:gd name="connsiteX5" fmla="*/ 6096000 w 7810500"/>
              <a:gd name="connsiteY5" fmla="*/ 6858000 h 6858000"/>
              <a:gd name="connsiteX6" fmla="*/ 0 w 7810500"/>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7810500" h="6858000">
                <a:moveTo>
                  <a:pt x="0" y="0"/>
                </a:moveTo>
                <a:lnTo>
                  <a:pt x="6096000" y="0"/>
                </a:lnTo>
                <a:cubicBezTo>
                  <a:pt x="7042893" y="0"/>
                  <a:pt x="7810500" y="767607"/>
                  <a:pt x="7810500" y="1714500"/>
                </a:cubicBezTo>
                <a:cubicBezTo>
                  <a:pt x="7810500" y="2661393"/>
                  <a:pt x="7042893" y="3429000"/>
                  <a:pt x="6096000" y="3429000"/>
                </a:cubicBezTo>
                <a:cubicBezTo>
                  <a:pt x="5149108" y="3429000"/>
                  <a:pt x="4381500" y="4196607"/>
                  <a:pt x="4381500" y="5143500"/>
                </a:cubicBezTo>
                <a:cubicBezTo>
                  <a:pt x="4381500" y="6090393"/>
                  <a:pt x="5149108" y="6858000"/>
                  <a:pt x="6096000" y="6858000"/>
                </a:cubicBezTo>
                <a:lnTo>
                  <a:pt x="0" y="6858000"/>
                </a:lnTo>
                <a:close/>
              </a:path>
            </a:pathLst>
          </a:custGeom>
          <a:gradFill flip="none" rotWithShape="1">
            <a:gsLst>
              <a:gs pos="100000">
                <a:schemeClr val="accent2"/>
              </a:gs>
              <a:gs pos="0">
                <a:schemeClr val="accent1"/>
              </a:gs>
              <a:gs pos="50000">
                <a:schemeClr val="accent3"/>
              </a:gs>
            </a:gsLst>
            <a:lin ang="13500000" scaled="1"/>
            <a:tileRect/>
          </a:gradFill>
        </p:spPr>
        <p:txBody>
          <a:bodyPr/>
          <a:lstStyle/>
          <a:p>
            <a:pPr lvl="0"/>
            <a:endParaRPr lang="en-US" sz="900">
              <a:solidFill>
                <a:schemeClr val="tx1"/>
              </a:solidFill>
            </a:endParaRPr>
          </a:p>
        </p:txBody>
      </p:sp>
      <p:sp>
        <p:nvSpPr>
          <p:cNvPr id="8" name="Picture Placeholder 7">
            <a:extLst>
              <a:ext uri="{FF2B5EF4-FFF2-40B4-BE49-F238E27FC236}">
                <a16:creationId xmlns:a16="http://schemas.microsoft.com/office/drawing/2014/main" id="{C638B986-41AC-4DD9-BB67-15A3362CCBE3}"/>
              </a:ext>
            </a:extLst>
          </p:cNvPr>
          <p:cNvSpPr>
            <a:spLocks noGrp="1"/>
          </p:cNvSpPr>
          <p:nvPr>
            <p:ph type="pic" sz="quarter" idx="10" hasCustomPrompt="1"/>
          </p:nvPr>
        </p:nvSpPr>
        <p:spPr>
          <a:xfrm>
            <a:off x="4770075" y="400051"/>
            <a:ext cx="2632971" cy="2628900"/>
          </a:xfrm>
          <a:custGeom>
            <a:avLst/>
            <a:gdLst>
              <a:gd name="connsiteX0" fmla="*/ 2103120 w 4206240"/>
              <a:gd name="connsiteY0" fmla="*/ 0 h 4206240"/>
              <a:gd name="connsiteX1" fmla="*/ 4206240 w 4206240"/>
              <a:gd name="connsiteY1" fmla="*/ 2103120 h 4206240"/>
              <a:gd name="connsiteX2" fmla="*/ 2103120 w 4206240"/>
              <a:gd name="connsiteY2" fmla="*/ 4206240 h 4206240"/>
              <a:gd name="connsiteX3" fmla="*/ 0 w 4206240"/>
              <a:gd name="connsiteY3" fmla="*/ 2103120 h 4206240"/>
              <a:gd name="connsiteX4" fmla="*/ 2103120 w 4206240"/>
              <a:gd name="connsiteY4" fmla="*/ 0 h 420624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206240" h="4206240">
                <a:moveTo>
                  <a:pt x="2103120" y="0"/>
                </a:moveTo>
                <a:cubicBezTo>
                  <a:pt x="3264642" y="0"/>
                  <a:pt x="4206240" y="941599"/>
                  <a:pt x="4206240" y="2103120"/>
                </a:cubicBezTo>
                <a:cubicBezTo>
                  <a:pt x="4206240" y="3264642"/>
                  <a:pt x="3264642" y="4206240"/>
                  <a:pt x="2103120" y="4206240"/>
                </a:cubicBezTo>
                <a:cubicBezTo>
                  <a:pt x="941598" y="4206240"/>
                  <a:pt x="0" y="3264642"/>
                  <a:pt x="0" y="2103120"/>
                </a:cubicBezTo>
                <a:cubicBezTo>
                  <a:pt x="0" y="941599"/>
                  <a:pt x="941598" y="0"/>
                  <a:pt x="2103120" y="0"/>
                </a:cubicBezTo>
                <a:close/>
              </a:path>
            </a:pathLst>
          </a:custGeom>
          <a:solidFill>
            <a:schemeClr val="bg1">
              <a:lumMod val="95000"/>
              <a:alpha val="20000"/>
            </a:schemeClr>
          </a:solidFill>
          <a:effectLst>
            <a:outerShdw blurRad="1041400" dist="622300" dir="5400000" sx="84000" sy="84000" algn="t" rotWithShape="0">
              <a:prstClr val="black">
                <a:alpha val="40000"/>
              </a:prstClr>
            </a:outerShdw>
          </a:effectLst>
        </p:spPr>
        <p:txBody>
          <a:bodyPr wrap="square">
            <a:noAutofit/>
          </a:bodyPr>
          <a:lstStyle>
            <a:lvl1pPr marL="0" marR="0" indent="0" algn="l" defTabSz="912948" rtl="0" eaLnBrk="1" fontAlgn="auto" latinLnBrk="0" hangingPunct="1">
              <a:lnSpc>
                <a:spcPct val="90000"/>
              </a:lnSpc>
              <a:spcBef>
                <a:spcPts val="999"/>
              </a:spcBef>
              <a:spcAft>
                <a:spcPts val="0"/>
              </a:spcAft>
              <a:buClrTx/>
              <a:buSzTx/>
              <a:buFont typeface="Arial" panose="020B0604020202020204" pitchFamily="34" charset="0"/>
              <a:buNone/>
              <a:tabLst/>
              <a:defRPr sz="1251">
                <a:solidFill>
                  <a:schemeClr val="bg1">
                    <a:lumMod val="75000"/>
                  </a:schemeClr>
                </a:solidFill>
              </a:defRPr>
            </a:lvl1pPr>
          </a:lstStyle>
          <a:p>
            <a:pPr marL="0" marR="0" lvl="0" indent="0" algn="l" defTabSz="912948" rtl="0" eaLnBrk="1" fontAlgn="auto" latinLnBrk="0" hangingPunct="1">
              <a:lnSpc>
                <a:spcPct val="90000"/>
              </a:lnSpc>
              <a:spcBef>
                <a:spcPts val="999"/>
              </a:spcBef>
              <a:spcAft>
                <a:spcPts val="0"/>
              </a:spcAft>
              <a:buClrTx/>
              <a:buSzTx/>
              <a:buFont typeface="Arial" panose="020B0604020202020204" pitchFamily="34" charset="0"/>
              <a:buNone/>
              <a:tabLst/>
              <a:defRPr/>
            </a:pPr>
            <a:r>
              <a:rPr lang="en-US" dirty="0"/>
              <a:t>Image Placeholder</a:t>
            </a:r>
          </a:p>
          <a:p>
            <a:endParaRPr lang="en-US" dirty="0"/>
          </a:p>
        </p:txBody>
      </p:sp>
      <p:sp>
        <p:nvSpPr>
          <p:cNvPr id="9" name="Picture Placeholder 8">
            <a:extLst>
              <a:ext uri="{FF2B5EF4-FFF2-40B4-BE49-F238E27FC236}">
                <a16:creationId xmlns:a16="http://schemas.microsoft.com/office/drawing/2014/main" id="{78F2554C-C7BD-45B0-A0B9-01A504E24AB8}"/>
              </a:ext>
            </a:extLst>
          </p:cNvPr>
          <p:cNvSpPr>
            <a:spLocks noGrp="1"/>
          </p:cNvSpPr>
          <p:nvPr>
            <p:ph type="pic" sz="quarter" idx="11" hasCustomPrompt="1"/>
          </p:nvPr>
        </p:nvSpPr>
        <p:spPr>
          <a:xfrm>
            <a:off x="4770075" y="3829051"/>
            <a:ext cx="2632971" cy="2628900"/>
          </a:xfrm>
          <a:custGeom>
            <a:avLst/>
            <a:gdLst>
              <a:gd name="connsiteX0" fmla="*/ 2103120 w 4206240"/>
              <a:gd name="connsiteY0" fmla="*/ 0 h 4206240"/>
              <a:gd name="connsiteX1" fmla="*/ 4206240 w 4206240"/>
              <a:gd name="connsiteY1" fmla="*/ 2103120 h 4206240"/>
              <a:gd name="connsiteX2" fmla="*/ 2103120 w 4206240"/>
              <a:gd name="connsiteY2" fmla="*/ 4206240 h 4206240"/>
              <a:gd name="connsiteX3" fmla="*/ 0 w 4206240"/>
              <a:gd name="connsiteY3" fmla="*/ 2103120 h 4206240"/>
              <a:gd name="connsiteX4" fmla="*/ 2103120 w 4206240"/>
              <a:gd name="connsiteY4" fmla="*/ 0 h 420624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206240" h="4206240">
                <a:moveTo>
                  <a:pt x="2103120" y="0"/>
                </a:moveTo>
                <a:cubicBezTo>
                  <a:pt x="3264642" y="0"/>
                  <a:pt x="4206240" y="941599"/>
                  <a:pt x="4206240" y="2103120"/>
                </a:cubicBezTo>
                <a:cubicBezTo>
                  <a:pt x="4206240" y="3264642"/>
                  <a:pt x="3264642" y="4206240"/>
                  <a:pt x="2103120" y="4206240"/>
                </a:cubicBezTo>
                <a:cubicBezTo>
                  <a:pt x="941598" y="4206240"/>
                  <a:pt x="0" y="3264642"/>
                  <a:pt x="0" y="2103120"/>
                </a:cubicBezTo>
                <a:cubicBezTo>
                  <a:pt x="0" y="941599"/>
                  <a:pt x="941598" y="0"/>
                  <a:pt x="2103120" y="0"/>
                </a:cubicBezTo>
                <a:close/>
              </a:path>
            </a:pathLst>
          </a:custGeom>
          <a:solidFill>
            <a:schemeClr val="bg1">
              <a:lumMod val="95000"/>
              <a:alpha val="20000"/>
            </a:schemeClr>
          </a:solidFill>
          <a:effectLst>
            <a:outerShdw blurRad="1041400" dist="622300" dir="5400000" sx="84000" sy="84000" algn="t" rotWithShape="0">
              <a:prstClr val="black">
                <a:alpha val="40000"/>
              </a:prstClr>
            </a:outerShdw>
          </a:effectLst>
        </p:spPr>
        <p:txBody>
          <a:bodyPr wrap="square">
            <a:noAutofit/>
          </a:bodyPr>
          <a:lstStyle>
            <a:lvl1pPr marL="0" marR="0" indent="0" algn="l" defTabSz="912948" rtl="0" eaLnBrk="1" fontAlgn="auto" latinLnBrk="0" hangingPunct="1">
              <a:lnSpc>
                <a:spcPct val="90000"/>
              </a:lnSpc>
              <a:spcBef>
                <a:spcPts val="999"/>
              </a:spcBef>
              <a:spcAft>
                <a:spcPts val="0"/>
              </a:spcAft>
              <a:buClrTx/>
              <a:buSzTx/>
              <a:buFont typeface="Arial" panose="020B0604020202020204" pitchFamily="34" charset="0"/>
              <a:buNone/>
              <a:tabLst/>
              <a:defRPr sz="1251">
                <a:solidFill>
                  <a:schemeClr val="bg1">
                    <a:lumMod val="75000"/>
                  </a:schemeClr>
                </a:solidFill>
              </a:defRPr>
            </a:lvl1pPr>
          </a:lstStyle>
          <a:p>
            <a:pPr marL="0" marR="0" lvl="0" indent="0" algn="l" defTabSz="912948" rtl="0" eaLnBrk="1" fontAlgn="auto" latinLnBrk="0" hangingPunct="1">
              <a:lnSpc>
                <a:spcPct val="90000"/>
              </a:lnSpc>
              <a:spcBef>
                <a:spcPts val="999"/>
              </a:spcBef>
              <a:spcAft>
                <a:spcPts val="0"/>
              </a:spcAft>
              <a:buClrTx/>
              <a:buSzTx/>
              <a:buFont typeface="Arial" panose="020B0604020202020204" pitchFamily="34" charset="0"/>
              <a:buNone/>
              <a:tabLst/>
              <a:defRPr/>
            </a:pPr>
            <a:r>
              <a:rPr lang="en-US" dirty="0"/>
              <a:t>Image Placeholder</a:t>
            </a:r>
          </a:p>
          <a:p>
            <a:endParaRPr lang="en-US" dirty="0"/>
          </a:p>
        </p:txBody>
      </p:sp>
      <p:sp>
        <p:nvSpPr>
          <p:cNvPr id="3" name="fcSlideMaster.44_Title SlideFooter" descr=" &#10;Hizmete Özel | Restricted">
            <a:extLst>
              <a:ext uri="{FF2B5EF4-FFF2-40B4-BE49-F238E27FC236}">
                <a16:creationId xmlns:a16="http://schemas.microsoft.com/office/drawing/2014/main" id="{1A7455E0-D57E-449A-9CC5-64A5754B45E3}"/>
              </a:ext>
            </a:extLst>
          </p:cNvPr>
          <p:cNvSpPr txBox="1"/>
          <p:nvPr userDrawn="1"/>
        </p:nvSpPr>
        <p:spPr>
          <a:xfrm>
            <a:off x="0" y="6417734"/>
            <a:ext cx="12192000" cy="451342"/>
          </a:xfrm>
          <a:prstGeom prst="rect">
            <a:avLst/>
          </a:prstGeom>
          <a:solidFill>
            <a:srgbClr val="FFFFFF"/>
          </a:solidFill>
        </p:spPr>
        <p:txBody>
          <a:bodyPr vert="horz" rtlCol="0">
            <a:spAutoFit/>
          </a:bodyPr>
          <a:lstStyle/>
          <a:p>
            <a:pPr algn="ctr"/>
            <a:r>
              <a:rPr lang="tr-TR" sz="1133" b="0" i="0" u="none" baseline="0">
                <a:solidFill>
                  <a:srgbClr val="000000"/>
                </a:solidFill>
                <a:latin typeface="Microsoft Sans Serif" panose="020B0604020202020204" pitchFamily="34" charset="0"/>
              </a:rPr>
              <a:t> </a:t>
            </a:r>
          </a:p>
          <a:p>
            <a:pPr algn="ctr"/>
            <a:r>
              <a:rPr lang="tr-TR" sz="1200" b="1" i="0" u="none" baseline="0">
                <a:solidFill>
                  <a:srgbClr val="FFA500"/>
                </a:solidFill>
                <a:latin typeface="calibri" panose="020F0502020204030204" pitchFamily="34" charset="0"/>
              </a:rPr>
              <a:t>Hizmete Özel | Restricted</a:t>
            </a:r>
          </a:p>
        </p:txBody>
      </p:sp>
    </p:spTree>
    <p:extLst>
      <p:ext uri="{BB962C8B-B14F-4D97-AF65-F5344CB8AC3E}">
        <p14:creationId xmlns:p14="http://schemas.microsoft.com/office/powerpoint/2010/main" val="1924534775"/>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5.xml><?xml version="1.0" encoding="utf-8"?>
<p:sldLayout xmlns:a="http://schemas.openxmlformats.org/drawingml/2006/main" xmlns:r="http://schemas.openxmlformats.org/officeDocument/2006/relationships" xmlns:p="http://schemas.openxmlformats.org/presentationml/2006/main" userDrawn="1">
  <p:cSld name="Full Picture Slide">
    <p:spTree>
      <p:nvGrpSpPr>
        <p:cNvPr id="1" name=""/>
        <p:cNvGrpSpPr/>
        <p:nvPr/>
      </p:nvGrpSpPr>
      <p:grpSpPr>
        <a:xfrm>
          <a:off x="0" y="0"/>
          <a:ext cx="0" cy="0"/>
          <a:chOff x="0" y="0"/>
          <a:chExt cx="0" cy="0"/>
        </a:xfrm>
      </p:grpSpPr>
      <p:sp>
        <p:nvSpPr>
          <p:cNvPr id="2" name="Picture Placeholder 6"/>
          <p:cNvSpPr>
            <a:spLocks noGrp="1"/>
          </p:cNvSpPr>
          <p:nvPr>
            <p:ph type="pic" sz="quarter" idx="10"/>
          </p:nvPr>
        </p:nvSpPr>
        <p:spPr>
          <a:xfrm>
            <a:off x="0" y="0"/>
            <a:ext cx="12192000" cy="6858000"/>
          </a:xfrm>
          <a:custGeom>
            <a:avLst/>
            <a:gdLst>
              <a:gd name="connsiteX0" fmla="*/ 0 w 21335999"/>
              <a:gd name="connsiteY0" fmla="*/ 0 h 10972800"/>
              <a:gd name="connsiteX1" fmla="*/ 2679227 w 21335999"/>
              <a:gd name="connsiteY1" fmla="*/ 0 h 10972800"/>
              <a:gd name="connsiteX2" fmla="*/ 7292704 w 21335999"/>
              <a:gd name="connsiteY2" fmla="*/ 0 h 10972800"/>
              <a:gd name="connsiteX3" fmla="*/ 11422469 w 21335999"/>
              <a:gd name="connsiteY3" fmla="*/ 0 h 10972800"/>
              <a:gd name="connsiteX4" fmla="*/ 11487623 w 21335999"/>
              <a:gd name="connsiteY4" fmla="*/ 0 h 10972800"/>
              <a:gd name="connsiteX5" fmla="*/ 14043295 w 21335999"/>
              <a:gd name="connsiteY5" fmla="*/ 0 h 10972800"/>
              <a:gd name="connsiteX6" fmla="*/ 18656771 w 21335999"/>
              <a:gd name="connsiteY6" fmla="*/ 0 h 10972800"/>
              <a:gd name="connsiteX7" fmla="*/ 21335999 w 21335999"/>
              <a:gd name="connsiteY7" fmla="*/ 0 h 10972800"/>
              <a:gd name="connsiteX8" fmla="*/ 21335999 w 21335999"/>
              <a:gd name="connsiteY8" fmla="*/ 10972800 h 10972800"/>
              <a:gd name="connsiteX9" fmla="*/ 18656771 w 21335999"/>
              <a:gd name="connsiteY9" fmla="*/ 10972800 h 10972800"/>
              <a:gd name="connsiteX10" fmla="*/ 14043295 w 21335999"/>
              <a:gd name="connsiteY10" fmla="*/ 10972800 h 10972800"/>
              <a:gd name="connsiteX11" fmla="*/ 9913530 w 21335999"/>
              <a:gd name="connsiteY11" fmla="*/ 10972800 h 10972800"/>
              <a:gd name="connsiteX12" fmla="*/ 9848376 w 21335999"/>
              <a:gd name="connsiteY12" fmla="*/ 10972800 h 10972800"/>
              <a:gd name="connsiteX13" fmla="*/ 7292704 w 21335999"/>
              <a:gd name="connsiteY13" fmla="*/ 10972800 h 10972800"/>
              <a:gd name="connsiteX14" fmla="*/ 2679227 w 21335999"/>
              <a:gd name="connsiteY14" fmla="*/ 10972800 h 10972800"/>
              <a:gd name="connsiteX15" fmla="*/ 0 w 21335999"/>
              <a:gd name="connsiteY15" fmla="*/ 10972800 h 109728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21335999" h="10972800">
                <a:moveTo>
                  <a:pt x="0" y="0"/>
                </a:moveTo>
                <a:lnTo>
                  <a:pt x="2679227" y="0"/>
                </a:lnTo>
                <a:lnTo>
                  <a:pt x="7292704" y="0"/>
                </a:lnTo>
                <a:lnTo>
                  <a:pt x="11422469" y="0"/>
                </a:lnTo>
                <a:lnTo>
                  <a:pt x="11487623" y="0"/>
                </a:lnTo>
                <a:lnTo>
                  <a:pt x="14043295" y="0"/>
                </a:lnTo>
                <a:lnTo>
                  <a:pt x="18656771" y="0"/>
                </a:lnTo>
                <a:lnTo>
                  <a:pt x="21335999" y="0"/>
                </a:lnTo>
                <a:lnTo>
                  <a:pt x="21335999" y="10972800"/>
                </a:lnTo>
                <a:lnTo>
                  <a:pt x="18656771" y="10972800"/>
                </a:lnTo>
                <a:lnTo>
                  <a:pt x="14043295" y="10972800"/>
                </a:lnTo>
                <a:lnTo>
                  <a:pt x="9913530" y="10972800"/>
                </a:lnTo>
                <a:lnTo>
                  <a:pt x="9848376" y="10972800"/>
                </a:lnTo>
                <a:lnTo>
                  <a:pt x="7292704" y="10972800"/>
                </a:lnTo>
                <a:lnTo>
                  <a:pt x="2679227" y="10972800"/>
                </a:lnTo>
                <a:lnTo>
                  <a:pt x="0" y="10972800"/>
                </a:lnTo>
                <a:close/>
              </a:path>
            </a:pathLst>
          </a:custGeom>
        </p:spPr>
        <p:txBody>
          <a:bodyPr wrap="square" anchor="ctr" anchorCtr="0">
            <a:noAutofit/>
          </a:bodyPr>
          <a:lstStyle>
            <a:lvl1pPr marL="0" indent="0" algn="ctr">
              <a:buNone/>
              <a:defRPr sz="1200">
                <a:solidFill>
                  <a:schemeClr val="tx2"/>
                </a:solidFill>
                <a:latin typeface="Calibri" panose="020F0502020204030204" pitchFamily="34" charset="0"/>
                <a:ea typeface="Calibri" panose="020F0502020204030204" pitchFamily="34" charset="0"/>
                <a:cs typeface="Calibri" panose="020F0502020204030204" pitchFamily="34" charset="0"/>
              </a:defRPr>
            </a:lvl1pPr>
          </a:lstStyle>
          <a:p>
            <a:endParaRPr lang="en-US" dirty="0"/>
          </a:p>
        </p:txBody>
      </p:sp>
      <p:sp>
        <p:nvSpPr>
          <p:cNvPr id="3" name="fcSlideMaster.Full Picture SlideFooter" descr=" &#10;Hizmete Özel | Restricted">
            <a:extLst>
              <a:ext uri="{FF2B5EF4-FFF2-40B4-BE49-F238E27FC236}">
                <a16:creationId xmlns:a16="http://schemas.microsoft.com/office/drawing/2014/main" id="{52AAD040-37FB-4ADF-8F35-6554A675CB1E}"/>
              </a:ext>
            </a:extLst>
          </p:cNvPr>
          <p:cNvSpPr txBox="1"/>
          <p:nvPr userDrawn="1"/>
        </p:nvSpPr>
        <p:spPr>
          <a:xfrm>
            <a:off x="0" y="6417734"/>
            <a:ext cx="12192000" cy="451342"/>
          </a:xfrm>
          <a:prstGeom prst="rect">
            <a:avLst/>
          </a:prstGeom>
          <a:solidFill>
            <a:srgbClr val="FFFFFF"/>
          </a:solidFill>
        </p:spPr>
        <p:txBody>
          <a:bodyPr vert="horz" rtlCol="0">
            <a:spAutoFit/>
          </a:bodyPr>
          <a:lstStyle/>
          <a:p>
            <a:pPr algn="ctr"/>
            <a:r>
              <a:rPr lang="tr-TR" sz="1133" b="0" i="0" u="none" baseline="0">
                <a:solidFill>
                  <a:srgbClr val="000000"/>
                </a:solidFill>
                <a:latin typeface="Microsoft Sans Serif" panose="020B0604020202020204" pitchFamily="34" charset="0"/>
              </a:rPr>
              <a:t> </a:t>
            </a:r>
          </a:p>
          <a:p>
            <a:pPr algn="ctr"/>
            <a:r>
              <a:rPr lang="tr-TR" sz="1200" b="1" i="0" u="none" baseline="0">
                <a:solidFill>
                  <a:srgbClr val="FFA500"/>
                </a:solidFill>
                <a:latin typeface="calibri" panose="020F0502020204030204" pitchFamily="34" charset="0"/>
              </a:rPr>
              <a:t>Hizmete Özel | Restricted</a:t>
            </a:r>
          </a:p>
        </p:txBody>
      </p:sp>
    </p:spTree>
    <p:extLst>
      <p:ext uri="{BB962C8B-B14F-4D97-AF65-F5344CB8AC3E}">
        <p14:creationId xmlns:p14="http://schemas.microsoft.com/office/powerpoint/2010/main" val="3127775604"/>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26.xml><?xml version="1.0" encoding="utf-8"?>
<p:sldLayout xmlns:a="http://schemas.openxmlformats.org/drawingml/2006/main" xmlns:r="http://schemas.openxmlformats.org/officeDocument/2006/relationships" xmlns:p="http://schemas.openxmlformats.org/presentationml/2006/main" userDrawn="1">
  <p:cSld name="Break Slide 01">
    <p:spTree>
      <p:nvGrpSpPr>
        <p:cNvPr id="1" name=""/>
        <p:cNvGrpSpPr/>
        <p:nvPr/>
      </p:nvGrpSpPr>
      <p:grpSpPr>
        <a:xfrm>
          <a:off x="0" y="0"/>
          <a:ext cx="0" cy="0"/>
          <a:chOff x="0" y="0"/>
          <a:chExt cx="0" cy="0"/>
        </a:xfrm>
      </p:grpSpPr>
      <p:sp>
        <p:nvSpPr>
          <p:cNvPr id="5" name="Picture Placeholder 4">
            <a:extLst>
              <a:ext uri="{FF2B5EF4-FFF2-40B4-BE49-F238E27FC236}">
                <a16:creationId xmlns:a16="http://schemas.microsoft.com/office/drawing/2014/main" id="{7D838CD2-D8E3-4728-8AFE-638A3E09D74D}"/>
              </a:ext>
            </a:extLst>
          </p:cNvPr>
          <p:cNvSpPr>
            <a:spLocks noGrp="1"/>
          </p:cNvSpPr>
          <p:nvPr>
            <p:ph type="pic" sz="quarter" idx="14"/>
          </p:nvPr>
        </p:nvSpPr>
        <p:spPr>
          <a:xfrm>
            <a:off x="6091882" y="1"/>
            <a:ext cx="6100119" cy="6171292"/>
          </a:xfrm>
          <a:custGeom>
            <a:avLst/>
            <a:gdLst>
              <a:gd name="connsiteX0" fmla="*/ 12198977 w 12200237"/>
              <a:gd name="connsiteY0" fmla="*/ 5622062 h 12342584"/>
              <a:gd name="connsiteX1" fmla="*/ 12198977 w 12200237"/>
              <a:gd name="connsiteY1" fmla="*/ 7905905 h 12342584"/>
              <a:gd name="connsiteX2" fmla="*/ 8424903 w 12200237"/>
              <a:gd name="connsiteY2" fmla="*/ 10948092 h 12342584"/>
              <a:gd name="connsiteX3" fmla="*/ 6877987 w 12200237"/>
              <a:gd name="connsiteY3" fmla="*/ 12195198 h 12342584"/>
              <a:gd name="connsiteX4" fmla="*/ 6778471 w 12200237"/>
              <a:gd name="connsiteY4" fmla="*/ 9991976 h 12342584"/>
              <a:gd name="connsiteX5" fmla="*/ 7316363 w 12200237"/>
              <a:gd name="connsiteY5" fmla="*/ 9558637 h 12342584"/>
              <a:gd name="connsiteX6" fmla="*/ 12200237 w 12200237"/>
              <a:gd name="connsiteY6" fmla="*/ 2962825 h 12342584"/>
              <a:gd name="connsiteX7" fmla="*/ 12200237 w 12200237"/>
              <a:gd name="connsiteY7" fmla="*/ 5245410 h 12342584"/>
              <a:gd name="connsiteX8" fmla="*/ 5416729 w 12200237"/>
              <a:gd name="connsiteY8" fmla="*/ 10715046 h 12342584"/>
              <a:gd name="connsiteX9" fmla="*/ 3554886 w 12200237"/>
              <a:gd name="connsiteY9" fmla="*/ 12215355 h 12342584"/>
              <a:gd name="connsiteX10" fmla="*/ 3455370 w 12200237"/>
              <a:gd name="connsiteY10" fmla="*/ 10012131 h 12342584"/>
              <a:gd name="connsiteX11" fmla="*/ 4308189 w 12200237"/>
              <a:gd name="connsiteY11" fmla="*/ 9324332 h 12342584"/>
              <a:gd name="connsiteX12" fmla="*/ 12200237 w 12200237"/>
              <a:gd name="connsiteY12" fmla="*/ 303590 h 12342584"/>
              <a:gd name="connsiteX13" fmla="*/ 12200237 w 12200237"/>
              <a:gd name="connsiteY13" fmla="*/ 2587433 h 12342584"/>
              <a:gd name="connsiteX14" fmla="*/ 6637383 w 12200237"/>
              <a:gd name="connsiteY14" fmla="*/ 7071981 h 12342584"/>
              <a:gd name="connsiteX15" fmla="*/ 99517 w 12200237"/>
              <a:gd name="connsiteY15" fmla="*/ 12342584 h 12342584"/>
              <a:gd name="connsiteX16" fmla="*/ 0 w 12200237"/>
              <a:gd name="connsiteY16" fmla="*/ 10139362 h 12342584"/>
              <a:gd name="connsiteX17" fmla="*/ 7077019 w 12200237"/>
              <a:gd name="connsiteY17" fmla="*/ 4434160 h 12342584"/>
              <a:gd name="connsiteX18" fmla="*/ 9276465 w 12200237"/>
              <a:gd name="connsiteY18" fmla="*/ 0 h 12342584"/>
              <a:gd name="connsiteX19" fmla="*/ 12108279 w 12200237"/>
              <a:gd name="connsiteY19" fmla="*/ 0 h 12342584"/>
              <a:gd name="connsiteX20" fmla="*/ 6246875 w 12200237"/>
              <a:gd name="connsiteY20" fmla="*/ 4726411 h 12342584"/>
              <a:gd name="connsiteX21" fmla="*/ 5678747 w 12200237"/>
              <a:gd name="connsiteY21" fmla="*/ 5183685 h 12342584"/>
              <a:gd name="connsiteX22" fmla="*/ 2033163 w 12200237"/>
              <a:gd name="connsiteY22" fmla="*/ 8123835 h 12342584"/>
              <a:gd name="connsiteX23" fmla="*/ 398067 w 12200237"/>
              <a:gd name="connsiteY23" fmla="*/ 9442745 h 12342584"/>
              <a:gd name="connsiteX24" fmla="*/ 298551 w 12200237"/>
              <a:gd name="connsiteY24" fmla="*/ 7239522 h 12342584"/>
              <a:gd name="connsiteX25" fmla="*/ 2176769 w 12200237"/>
              <a:gd name="connsiteY25" fmla="*/ 5724097 h 12342584"/>
              <a:gd name="connsiteX26" fmla="*/ 2404777 w 12200237"/>
              <a:gd name="connsiteY26" fmla="*/ 5540180 h 12342584"/>
              <a:gd name="connsiteX27" fmla="*/ 6147357 w 12200237"/>
              <a:gd name="connsiteY27" fmla="*/ 2523189 h 12342584"/>
              <a:gd name="connsiteX28" fmla="*/ 5978557 w 12200237"/>
              <a:gd name="connsiteY28" fmla="*/ 0 h 12342584"/>
              <a:gd name="connsiteX29" fmla="*/ 8810373 w 12200237"/>
              <a:gd name="connsiteY29" fmla="*/ 0 h 12342584"/>
              <a:gd name="connsiteX30" fmla="*/ 1155150 w 12200237"/>
              <a:gd name="connsiteY30" fmla="*/ 6172552 h 12342584"/>
              <a:gd name="connsiteX31" fmla="*/ 1055632 w 12200237"/>
              <a:gd name="connsiteY31" fmla="*/ 3969330 h 123425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12200237" h="12342584">
                <a:moveTo>
                  <a:pt x="12198977" y="5622062"/>
                </a:moveTo>
                <a:lnTo>
                  <a:pt x="12198977" y="7905905"/>
                </a:lnTo>
                <a:lnTo>
                  <a:pt x="8424903" y="10948092"/>
                </a:lnTo>
                <a:lnTo>
                  <a:pt x="6877987" y="12195198"/>
                </a:lnTo>
                <a:lnTo>
                  <a:pt x="6778471" y="9991976"/>
                </a:lnTo>
                <a:lnTo>
                  <a:pt x="7316363" y="9558637"/>
                </a:lnTo>
                <a:close/>
                <a:moveTo>
                  <a:pt x="12200237" y="2962825"/>
                </a:moveTo>
                <a:lnTo>
                  <a:pt x="12200237" y="5245410"/>
                </a:lnTo>
                <a:lnTo>
                  <a:pt x="5416729" y="10715046"/>
                </a:lnTo>
                <a:lnTo>
                  <a:pt x="3554886" y="12215355"/>
                </a:lnTo>
                <a:lnTo>
                  <a:pt x="3455370" y="10012131"/>
                </a:lnTo>
                <a:lnTo>
                  <a:pt x="4308189" y="9324332"/>
                </a:lnTo>
                <a:close/>
                <a:moveTo>
                  <a:pt x="12200237" y="303590"/>
                </a:moveTo>
                <a:lnTo>
                  <a:pt x="12200237" y="2587433"/>
                </a:lnTo>
                <a:lnTo>
                  <a:pt x="6637383" y="7071981"/>
                </a:lnTo>
                <a:lnTo>
                  <a:pt x="99517" y="12342584"/>
                </a:lnTo>
                <a:lnTo>
                  <a:pt x="0" y="10139362"/>
                </a:lnTo>
                <a:lnTo>
                  <a:pt x="7077019" y="4434160"/>
                </a:lnTo>
                <a:close/>
                <a:moveTo>
                  <a:pt x="9276465" y="0"/>
                </a:moveTo>
                <a:lnTo>
                  <a:pt x="12108279" y="0"/>
                </a:lnTo>
                <a:lnTo>
                  <a:pt x="6246875" y="4726411"/>
                </a:lnTo>
                <a:lnTo>
                  <a:pt x="5678747" y="5183685"/>
                </a:lnTo>
                <a:lnTo>
                  <a:pt x="2033163" y="8123835"/>
                </a:lnTo>
                <a:lnTo>
                  <a:pt x="398067" y="9442745"/>
                </a:lnTo>
                <a:lnTo>
                  <a:pt x="298551" y="7239522"/>
                </a:lnTo>
                <a:lnTo>
                  <a:pt x="2176769" y="5724097"/>
                </a:lnTo>
                <a:lnTo>
                  <a:pt x="2404777" y="5540180"/>
                </a:lnTo>
                <a:lnTo>
                  <a:pt x="6147357" y="2523189"/>
                </a:lnTo>
                <a:close/>
                <a:moveTo>
                  <a:pt x="5978557" y="0"/>
                </a:moveTo>
                <a:lnTo>
                  <a:pt x="8810373" y="0"/>
                </a:lnTo>
                <a:lnTo>
                  <a:pt x="1155150" y="6172552"/>
                </a:lnTo>
                <a:lnTo>
                  <a:pt x="1055632" y="3969330"/>
                </a:lnTo>
                <a:close/>
              </a:path>
            </a:pathLst>
          </a:custGeom>
        </p:spPr>
        <p:txBody>
          <a:bodyPr wrap="square" anchor="ctr" anchorCtr="0">
            <a:noAutofit/>
          </a:bodyPr>
          <a:lstStyle>
            <a:lvl1pPr marL="0" indent="0" algn="ctr">
              <a:buNone/>
              <a:defRPr sz="1200">
                <a:solidFill>
                  <a:schemeClr val="bg1"/>
                </a:solidFill>
                <a:latin typeface="Calibri" panose="020F0502020204030204" pitchFamily="34" charset="0"/>
                <a:ea typeface="Calibri" panose="020F0502020204030204" pitchFamily="34" charset="0"/>
                <a:cs typeface="Calibri" panose="020F0502020204030204" pitchFamily="34" charset="0"/>
              </a:defRPr>
            </a:lvl1pPr>
          </a:lstStyle>
          <a:p>
            <a:endParaRPr lang="en-US" dirty="0"/>
          </a:p>
        </p:txBody>
      </p:sp>
      <p:sp>
        <p:nvSpPr>
          <p:cNvPr id="2" name="fcSlideMaster.Break Slide 01Footer" descr=" &#10;Hizmete Özel | Restricted">
            <a:extLst>
              <a:ext uri="{FF2B5EF4-FFF2-40B4-BE49-F238E27FC236}">
                <a16:creationId xmlns:a16="http://schemas.microsoft.com/office/drawing/2014/main" id="{7A8FEAE8-4EA7-4A71-92A0-A7463BBEF18F}"/>
              </a:ext>
            </a:extLst>
          </p:cNvPr>
          <p:cNvSpPr txBox="1"/>
          <p:nvPr userDrawn="1"/>
        </p:nvSpPr>
        <p:spPr>
          <a:xfrm>
            <a:off x="0" y="6417734"/>
            <a:ext cx="12192000" cy="451342"/>
          </a:xfrm>
          <a:prstGeom prst="rect">
            <a:avLst/>
          </a:prstGeom>
          <a:solidFill>
            <a:srgbClr val="FFFFFF"/>
          </a:solidFill>
        </p:spPr>
        <p:txBody>
          <a:bodyPr vert="horz" rtlCol="0">
            <a:spAutoFit/>
          </a:bodyPr>
          <a:lstStyle/>
          <a:p>
            <a:pPr algn="ctr"/>
            <a:r>
              <a:rPr lang="tr-TR" sz="1133" b="0" i="0" u="none" baseline="0">
                <a:solidFill>
                  <a:srgbClr val="000000"/>
                </a:solidFill>
                <a:latin typeface="Microsoft Sans Serif" panose="020B0604020202020204" pitchFamily="34" charset="0"/>
              </a:rPr>
              <a:t> </a:t>
            </a:r>
          </a:p>
          <a:p>
            <a:pPr algn="ctr"/>
            <a:r>
              <a:rPr lang="tr-TR" sz="1200" b="1" i="0" u="none" baseline="0">
                <a:solidFill>
                  <a:srgbClr val="FFA500"/>
                </a:solidFill>
                <a:latin typeface="calibri" panose="020F0502020204030204" pitchFamily="34" charset="0"/>
              </a:rPr>
              <a:t>Hizmete Özel | Restricted</a:t>
            </a:r>
          </a:p>
        </p:txBody>
      </p:sp>
    </p:spTree>
    <p:extLst>
      <p:ext uri="{BB962C8B-B14F-4D97-AF65-F5344CB8AC3E}">
        <p14:creationId xmlns:p14="http://schemas.microsoft.com/office/powerpoint/2010/main" val="3639979807"/>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slideLayout" Target="../slideLayouts/slideLayout24.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slideLayout" Target="../slideLayouts/slideLayout23.xml"/><Relationship Id="rId2" Type="http://schemas.openxmlformats.org/officeDocument/2006/relationships/slideLayout" Target="../slideLayouts/slideLayout13.xml"/><Relationship Id="rId16" Type="http://schemas.openxmlformats.org/officeDocument/2006/relationships/theme" Target="../theme/theme2.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5" Type="http://schemas.openxmlformats.org/officeDocument/2006/relationships/slideLayout" Target="../slideLayouts/slideLayout2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 Id="rId14" Type="http://schemas.openxmlformats.org/officeDocument/2006/relationships/slideLayout" Target="../slideLayouts/slideLayout25.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Başlık Yer Tutucusu 1">
            <a:extLst>
              <a:ext uri="{FF2B5EF4-FFF2-40B4-BE49-F238E27FC236}">
                <a16:creationId xmlns:a16="http://schemas.microsoft.com/office/drawing/2014/main" id="{45CD1F82-9DD5-BE51-A2F1-612FEB8B453A}"/>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tr-TR"/>
              <a:t>Asıl başlık stilini düzenlemek için tıklayın</a:t>
            </a:r>
          </a:p>
        </p:txBody>
      </p:sp>
      <p:sp>
        <p:nvSpPr>
          <p:cNvPr id="3" name="Metin Yer Tutucusu 2">
            <a:extLst>
              <a:ext uri="{FF2B5EF4-FFF2-40B4-BE49-F238E27FC236}">
                <a16:creationId xmlns:a16="http://schemas.microsoft.com/office/drawing/2014/main" id="{95775D8B-70C7-BA51-A8D2-20E3F664BD8C}"/>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p>
        </p:txBody>
      </p:sp>
      <p:sp>
        <p:nvSpPr>
          <p:cNvPr id="4" name="Veri Yer Tutucusu 3">
            <a:extLst>
              <a:ext uri="{FF2B5EF4-FFF2-40B4-BE49-F238E27FC236}">
                <a16:creationId xmlns:a16="http://schemas.microsoft.com/office/drawing/2014/main" id="{AF48CDD0-71D9-7E02-7A26-80F34A4EA86C}"/>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B8B61AC2-5D60-6B4A-8368-87448AD860EB}" type="datetimeFigureOut">
              <a:rPr lang="tr-TR" smtClean="0"/>
              <a:t>10.09.2026</a:t>
            </a:fld>
            <a:endParaRPr lang="tr-TR"/>
          </a:p>
        </p:txBody>
      </p:sp>
      <p:sp>
        <p:nvSpPr>
          <p:cNvPr id="5" name="Alt Bilgi Yer Tutucusu 4">
            <a:extLst>
              <a:ext uri="{FF2B5EF4-FFF2-40B4-BE49-F238E27FC236}">
                <a16:creationId xmlns:a16="http://schemas.microsoft.com/office/drawing/2014/main" id="{0A572EF2-DA72-739A-962F-42CF478C8979}"/>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tr-TR"/>
          </a:p>
        </p:txBody>
      </p:sp>
      <p:sp>
        <p:nvSpPr>
          <p:cNvPr id="6" name="Slayt Numarası Yer Tutucusu 5">
            <a:extLst>
              <a:ext uri="{FF2B5EF4-FFF2-40B4-BE49-F238E27FC236}">
                <a16:creationId xmlns:a16="http://schemas.microsoft.com/office/drawing/2014/main" id="{4DF6CE9E-03F4-82B9-CF41-228875FCE4E2}"/>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1C2C5912-D1F2-724D-868A-EEBBD4D1162A}" type="slidenum">
              <a:rPr lang="tr-TR" smtClean="0"/>
              <a:t>‹#›</a:t>
            </a:fld>
            <a:endParaRPr lang="tr-TR"/>
          </a:p>
        </p:txBody>
      </p:sp>
    </p:spTree>
    <p:extLst>
      <p:ext uri="{BB962C8B-B14F-4D97-AF65-F5344CB8AC3E}">
        <p14:creationId xmlns:p14="http://schemas.microsoft.com/office/powerpoint/2010/main" val="256902578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tr-T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tr-TR"/>
              <a:t>Asıl başlık stilini düzenlemek için tıklayın</a:t>
            </a:r>
            <a:endParaRPr lang="en-US" dirty="0"/>
          </a:p>
        </p:txBody>
      </p:sp>
      <p:sp>
        <p:nvSpPr>
          <p:cNvPr id="3" name="Text Placeholder 2"/>
          <p:cNvSpPr>
            <a:spLocks noGrp="1"/>
          </p:cNvSpPr>
          <p:nvPr>
            <p:ph type="body" idx="1"/>
          </p:nvPr>
        </p:nvSpPr>
        <p:spPr>
          <a:xfrm>
            <a:off x="838200" y="1825625"/>
            <a:ext cx="10515600" cy="4351339"/>
          </a:xfrm>
          <a:prstGeom prst="rect">
            <a:avLst/>
          </a:prstGeom>
        </p:spPr>
        <p:txBody>
          <a:bodyPr vert="horz" lIns="91440" tIns="45720" rIns="91440" bIns="45720" rtlCol="0">
            <a:normAutofit/>
          </a:bodyPr>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endParaRPr lang="en-US" dirty="0"/>
          </a:p>
        </p:txBody>
      </p:sp>
      <p:sp>
        <p:nvSpPr>
          <p:cNvPr id="4" name="Date Placeholder 3"/>
          <p:cNvSpPr>
            <a:spLocks noGrp="1"/>
          </p:cNvSpPr>
          <p:nvPr>
            <p:ph type="dt" sz="half" idx="2"/>
          </p:nvPr>
        </p:nvSpPr>
        <p:spPr>
          <a:xfrm>
            <a:off x="838200" y="6356351"/>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425F2CC-CBEB-8640-A43D-3E0508917F3D}" type="datetimeFigureOut">
              <a:rPr lang="tr-TR" smtClean="0"/>
              <a:t>10.09.2026</a:t>
            </a:fld>
            <a:endParaRPr lang="tr-TR"/>
          </a:p>
        </p:txBody>
      </p:sp>
      <p:sp>
        <p:nvSpPr>
          <p:cNvPr id="5" name="Footer Placeholder 4"/>
          <p:cNvSpPr>
            <a:spLocks noGrp="1"/>
          </p:cNvSpPr>
          <p:nvPr>
            <p:ph type="ftr" sz="quarter" idx="3"/>
          </p:nvPr>
        </p:nvSpPr>
        <p:spPr>
          <a:xfrm>
            <a:off x="4038600" y="6356351"/>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tr-TR"/>
          </a:p>
        </p:txBody>
      </p:sp>
      <p:sp>
        <p:nvSpPr>
          <p:cNvPr id="6" name="Slide Number Placeholder 5"/>
          <p:cNvSpPr>
            <a:spLocks noGrp="1"/>
          </p:cNvSpPr>
          <p:nvPr>
            <p:ph type="sldNum" sz="quarter" idx="4"/>
          </p:nvPr>
        </p:nvSpPr>
        <p:spPr>
          <a:xfrm>
            <a:off x="8610600" y="6356351"/>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BE6D1F2-AC81-9D43-B305-0E8676E23139}" type="slidenum">
              <a:rPr lang="tr-TR" smtClean="0"/>
              <a:t>‹#›</a:t>
            </a:fld>
            <a:endParaRPr lang="tr-TR"/>
          </a:p>
        </p:txBody>
      </p:sp>
    </p:spTree>
    <p:extLst>
      <p:ext uri="{BB962C8B-B14F-4D97-AF65-F5344CB8AC3E}">
        <p14:creationId xmlns:p14="http://schemas.microsoft.com/office/powerpoint/2010/main" val="1804233227"/>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Lst>
  <p:txStyles>
    <p:titleStyle>
      <a:lvl1pPr algn="l" defTabSz="914377"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594" indent="-228594" algn="l" defTabSz="914377"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783" indent="-228594" algn="l" defTabSz="914377"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2971" indent="-228594" algn="l" defTabSz="914377"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160"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349"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1.xml"/><Relationship Id="rId6" Type="http://schemas.openxmlformats.org/officeDocument/2006/relationships/image" Target="../media/image3.png"/><Relationship Id="rId5" Type="http://schemas.openxmlformats.org/officeDocument/2006/relationships/image" Target="../media/image2.png"/><Relationship Id="rId4" Type="http://schemas.openxmlformats.org/officeDocument/2006/relationships/image" Target="../media/image1.png"/></Relationships>
</file>

<file path=ppt/slides/_rels/slide3.xml.rels><?xml version="1.0" encoding="UTF-8" standalone="yes"?>
<Relationships xmlns="http://schemas.openxmlformats.org/package/2006/relationships"><Relationship Id="rId3" Type="http://schemas.openxmlformats.org/officeDocument/2006/relationships/image" Target="../media/image5.png"/><Relationship Id="rId7" Type="http://schemas.openxmlformats.org/officeDocument/2006/relationships/image" Target="../media/image6.png"/><Relationship Id="rId2" Type="http://schemas.openxmlformats.org/officeDocument/2006/relationships/image" Target="../media/image4.png"/><Relationship Id="rId1" Type="http://schemas.openxmlformats.org/officeDocument/2006/relationships/slideLayout" Target="../slideLayouts/slideLayout14.xml"/><Relationship Id="rId6" Type="http://schemas.openxmlformats.org/officeDocument/2006/relationships/image" Target="../media/image3.png"/><Relationship Id="rId5" Type="http://schemas.openxmlformats.org/officeDocument/2006/relationships/image" Target="../media/image2.png"/><Relationship Id="rId4" Type="http://schemas.openxmlformats.org/officeDocument/2006/relationships/image" Target="../media/image1.png"/></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7" Type="http://schemas.openxmlformats.org/officeDocument/2006/relationships/image" Target="../media/image6.png"/><Relationship Id="rId2" Type="http://schemas.openxmlformats.org/officeDocument/2006/relationships/image" Target="../media/image4.png"/><Relationship Id="rId1" Type="http://schemas.openxmlformats.org/officeDocument/2006/relationships/slideLayout" Target="../slideLayouts/slideLayout14.xml"/><Relationship Id="rId6" Type="http://schemas.openxmlformats.org/officeDocument/2006/relationships/image" Target="../media/image3.png"/><Relationship Id="rId5" Type="http://schemas.openxmlformats.org/officeDocument/2006/relationships/image" Target="../media/image2.png"/><Relationship Id="rId4" Type="http://schemas.openxmlformats.org/officeDocument/2006/relationships/image" Target="../media/image1.png"/></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7" Type="http://schemas.openxmlformats.org/officeDocument/2006/relationships/image" Target="../media/image6.png"/><Relationship Id="rId2" Type="http://schemas.openxmlformats.org/officeDocument/2006/relationships/image" Target="../media/image4.png"/><Relationship Id="rId1" Type="http://schemas.openxmlformats.org/officeDocument/2006/relationships/slideLayout" Target="../slideLayouts/slideLayout14.xml"/><Relationship Id="rId6" Type="http://schemas.openxmlformats.org/officeDocument/2006/relationships/image" Target="../media/image3.png"/><Relationship Id="rId5" Type="http://schemas.openxmlformats.org/officeDocument/2006/relationships/image" Target="../media/image2.png"/><Relationship Id="rId4" Type="http://schemas.openxmlformats.org/officeDocument/2006/relationships/image" Target="../media/image1.png"/></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7" Type="http://schemas.openxmlformats.org/officeDocument/2006/relationships/image" Target="../media/image6.png"/><Relationship Id="rId2" Type="http://schemas.openxmlformats.org/officeDocument/2006/relationships/image" Target="../media/image4.png"/><Relationship Id="rId1" Type="http://schemas.openxmlformats.org/officeDocument/2006/relationships/slideLayout" Target="../slideLayouts/slideLayout1.xml"/><Relationship Id="rId6" Type="http://schemas.openxmlformats.org/officeDocument/2006/relationships/image" Target="../media/image3.png"/><Relationship Id="rId5" Type="http://schemas.openxmlformats.org/officeDocument/2006/relationships/image" Target="../media/image2.png"/><Relationship Id="rId4" Type="http://schemas.openxmlformats.org/officeDocument/2006/relationships/image" Target="../media/image1.png"/></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7"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1.xml"/><Relationship Id="rId6" Type="http://schemas.openxmlformats.org/officeDocument/2006/relationships/image" Target="../media/image2.png"/><Relationship Id="rId5" Type="http://schemas.openxmlformats.org/officeDocument/2006/relationships/image" Target="../media/image1.png"/><Relationship Id="rId4" Type="http://schemas.openxmlformats.org/officeDocument/2006/relationships/image" Target="../media/image5.png"/></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1.xml"/><Relationship Id="rId6" Type="http://schemas.openxmlformats.org/officeDocument/2006/relationships/image" Target="../media/image3.png"/><Relationship Id="rId5" Type="http://schemas.openxmlformats.org/officeDocument/2006/relationships/image" Target="../media/image2.png"/><Relationship Id="rId4" Type="http://schemas.openxmlformats.org/officeDocument/2006/relationships/image" Target="../media/image1.png"/></Relationships>
</file>

<file path=ppt/slides/_rels/slide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1.xml"/><Relationship Id="rId6" Type="http://schemas.openxmlformats.org/officeDocument/2006/relationships/image" Target="../media/image3.png"/><Relationship Id="rId5" Type="http://schemas.openxmlformats.org/officeDocument/2006/relationships/image" Target="../media/image2.png"/><Relationship Id="rId4" Type="http://schemas.openxmlformats.org/officeDocument/2006/relationships/image" Target="../media/image1.png"/></Relationships>
</file>

<file path=ppt/slides/_rels/slide1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1.xml"/><Relationship Id="rId6" Type="http://schemas.openxmlformats.org/officeDocument/2006/relationships/image" Target="../media/image3.png"/><Relationship Id="rId5" Type="http://schemas.openxmlformats.org/officeDocument/2006/relationships/image" Target="../media/image2.png"/><Relationship Id="rId4" Type="http://schemas.openxmlformats.org/officeDocument/2006/relationships/image" Target="../media/image1.png"/></Relationships>
</file>

<file path=ppt/slides/_rels/slide1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1.xml"/><Relationship Id="rId6" Type="http://schemas.openxmlformats.org/officeDocument/2006/relationships/image" Target="../media/image3.png"/><Relationship Id="rId5" Type="http://schemas.openxmlformats.org/officeDocument/2006/relationships/image" Target="../media/image2.png"/><Relationship Id="rId4" Type="http://schemas.openxmlformats.org/officeDocument/2006/relationships/image" Target="../media/image1.png"/></Relationships>
</file>

<file path=ppt/slides/_rels/slide1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1.xml"/><Relationship Id="rId6" Type="http://schemas.openxmlformats.org/officeDocument/2006/relationships/image" Target="../media/image3.png"/><Relationship Id="rId5" Type="http://schemas.openxmlformats.org/officeDocument/2006/relationships/image" Target="../media/image2.png"/><Relationship Id="rId4" Type="http://schemas.openxmlformats.org/officeDocument/2006/relationships/image" Target="../media/image1.png"/></Relationships>
</file>

<file path=ppt/slides/_rels/slide1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1.xml"/><Relationship Id="rId6" Type="http://schemas.openxmlformats.org/officeDocument/2006/relationships/image" Target="../media/image3.png"/><Relationship Id="rId5" Type="http://schemas.openxmlformats.org/officeDocument/2006/relationships/image" Target="../media/image2.png"/><Relationship Id="rId4" Type="http://schemas.openxmlformats.org/officeDocument/2006/relationships/image" Target="../media/image1.png"/></Relationships>
</file>

<file path=ppt/slides/_rels/slide1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1.xml"/><Relationship Id="rId6" Type="http://schemas.openxmlformats.org/officeDocument/2006/relationships/image" Target="../media/image3.png"/><Relationship Id="rId5" Type="http://schemas.openxmlformats.org/officeDocument/2006/relationships/image" Target="../media/image2.png"/><Relationship Id="rId4" Type="http://schemas.openxmlformats.org/officeDocument/2006/relationships/image" Target="../media/image1.png"/></Relationships>
</file>

<file path=ppt/slides/_rels/slide15.xml.rels><?xml version="1.0" encoding="UTF-8" standalone="yes"?>
<Relationships xmlns="http://schemas.openxmlformats.org/package/2006/relationships"><Relationship Id="rId3" Type="http://schemas.openxmlformats.org/officeDocument/2006/relationships/image" Target="../media/image5.png"/><Relationship Id="rId7" Type="http://schemas.openxmlformats.org/officeDocument/2006/relationships/image" Target="../media/image3.png"/><Relationship Id="rId2" Type="http://schemas.openxmlformats.org/officeDocument/2006/relationships/image" Target="../media/image4.png"/><Relationship Id="rId1" Type="http://schemas.openxmlformats.org/officeDocument/2006/relationships/slideLayout" Target="../slideLayouts/slideLayout1.xml"/><Relationship Id="rId6" Type="http://schemas.openxmlformats.org/officeDocument/2006/relationships/image" Target="../media/image2.png"/><Relationship Id="rId5" Type="http://schemas.openxmlformats.org/officeDocument/2006/relationships/image" Target="../media/image1.png"/><Relationship Id="rId4" Type="http://schemas.openxmlformats.org/officeDocument/2006/relationships/image" Target="../media/image7.png"/></Relationships>
</file>

<file path=ppt/slides/_rels/slide1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1.xml"/><Relationship Id="rId6" Type="http://schemas.openxmlformats.org/officeDocument/2006/relationships/image" Target="../media/image3.png"/><Relationship Id="rId5" Type="http://schemas.openxmlformats.org/officeDocument/2006/relationships/image" Target="../media/image2.png"/><Relationship Id="rId4" Type="http://schemas.openxmlformats.org/officeDocument/2006/relationships/image" Target="../media/image1.png"/></Relationships>
</file>

<file path=ppt/slides/_rels/slide17.xml.rels><?xml version="1.0" encoding="UTF-8" standalone="yes"?>
<Relationships xmlns="http://schemas.openxmlformats.org/package/2006/relationships"><Relationship Id="rId8" Type="http://schemas.openxmlformats.org/officeDocument/2006/relationships/image" Target="../media/image2.png"/><Relationship Id="rId3" Type="http://schemas.openxmlformats.org/officeDocument/2006/relationships/image" Target="../media/image5.png"/><Relationship Id="rId7" Type="http://schemas.openxmlformats.org/officeDocument/2006/relationships/image" Target="../media/image1.png"/><Relationship Id="rId2" Type="http://schemas.openxmlformats.org/officeDocument/2006/relationships/image" Target="../media/image4.png"/><Relationship Id="rId1" Type="http://schemas.openxmlformats.org/officeDocument/2006/relationships/slideLayout" Target="../slideLayouts/slideLayout1.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8.png"/><Relationship Id="rId9"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Resim 8" descr="portakal, turuncu, tasarım, yaratıcılık içeren bir resim&#10;&#10;Yapay zeka tarafından oluşturulmuş içerik yanlış olabilir.">
            <a:extLst>
              <a:ext uri="{FF2B5EF4-FFF2-40B4-BE49-F238E27FC236}">
                <a16:creationId xmlns:a16="http://schemas.microsoft.com/office/drawing/2014/main" id="{DBFD294A-EE6A-E642-A7DD-FE65C8587423}"/>
              </a:ext>
            </a:extLst>
          </p:cNvPr>
          <p:cNvPicPr>
            <a:picLocks noChangeAspect="1"/>
          </p:cNvPicPr>
          <p:nvPr/>
        </p:nvPicPr>
        <p:blipFill>
          <a:blip r:embed="rId3"/>
          <a:srcRect b="61584"/>
          <a:stretch>
            <a:fillRect/>
          </a:stretch>
        </p:blipFill>
        <p:spPr>
          <a:xfrm>
            <a:off x="5679610" y="1997841"/>
            <a:ext cx="6393768" cy="5040913"/>
          </a:xfrm>
          <a:prstGeom prst="rect">
            <a:avLst/>
          </a:prstGeom>
        </p:spPr>
      </p:pic>
      <p:pic>
        <p:nvPicPr>
          <p:cNvPr id="11" name="Resim 10" descr="yeşil, tasarım içeren bir resim&#10;&#10;Yapay zeka tarafından oluşturulmuş içerik yanlış olabilir.">
            <a:extLst>
              <a:ext uri="{FF2B5EF4-FFF2-40B4-BE49-F238E27FC236}">
                <a16:creationId xmlns:a16="http://schemas.microsoft.com/office/drawing/2014/main" id="{5E9656DB-C07D-348F-A9D1-C00E1A833D57}"/>
              </a:ext>
            </a:extLst>
          </p:cNvPr>
          <p:cNvPicPr>
            <a:picLocks noChangeAspect="1"/>
          </p:cNvPicPr>
          <p:nvPr/>
        </p:nvPicPr>
        <p:blipFill>
          <a:blip r:embed="rId4"/>
          <a:srcRect b="38169"/>
          <a:stretch>
            <a:fillRect/>
          </a:stretch>
        </p:blipFill>
        <p:spPr>
          <a:xfrm>
            <a:off x="9756253" y="2981991"/>
            <a:ext cx="3197374" cy="4056763"/>
          </a:xfrm>
          <a:prstGeom prst="rect">
            <a:avLst/>
          </a:prstGeom>
        </p:spPr>
      </p:pic>
      <p:pic>
        <p:nvPicPr>
          <p:cNvPr id="13" name="Resim 12" descr="meneviş mavisi, ekran görüntüsü, mavi, tasarım içeren bir resim&#10;&#10;Yapay zeka tarafından oluşturulmuş içerik yanlış olabilir.">
            <a:extLst>
              <a:ext uri="{FF2B5EF4-FFF2-40B4-BE49-F238E27FC236}">
                <a16:creationId xmlns:a16="http://schemas.microsoft.com/office/drawing/2014/main" id="{61CD6A8D-CB23-6328-63E4-FBFF0679EF47}"/>
              </a:ext>
            </a:extLst>
          </p:cNvPr>
          <p:cNvPicPr>
            <a:picLocks noChangeAspect="1"/>
          </p:cNvPicPr>
          <p:nvPr/>
        </p:nvPicPr>
        <p:blipFill>
          <a:blip r:embed="rId5"/>
          <a:srcRect b="74484"/>
          <a:stretch>
            <a:fillRect/>
          </a:stretch>
        </p:blipFill>
        <p:spPr>
          <a:xfrm>
            <a:off x="6253579" y="5639784"/>
            <a:ext cx="2671397" cy="1398970"/>
          </a:xfrm>
          <a:prstGeom prst="rect">
            <a:avLst/>
          </a:prstGeom>
        </p:spPr>
      </p:pic>
      <p:pic>
        <p:nvPicPr>
          <p:cNvPr id="5" name="Resim 4" descr="yazı tipi, grafik, grafik tasarım, metin içeren bir resim&#10;&#10;Yapay zeka tarafından oluşturulmuş içerik yanlış olabilir.">
            <a:extLst>
              <a:ext uri="{FF2B5EF4-FFF2-40B4-BE49-F238E27FC236}">
                <a16:creationId xmlns:a16="http://schemas.microsoft.com/office/drawing/2014/main" id="{80B437FF-472B-636D-3D16-8FDEAB81CF67}"/>
              </a:ext>
            </a:extLst>
          </p:cNvPr>
          <p:cNvPicPr>
            <a:picLocks noChangeAspect="1"/>
          </p:cNvPicPr>
          <p:nvPr/>
        </p:nvPicPr>
        <p:blipFill>
          <a:blip r:embed="rId6"/>
          <a:stretch>
            <a:fillRect/>
          </a:stretch>
        </p:blipFill>
        <p:spPr>
          <a:xfrm>
            <a:off x="8508003" y="731427"/>
            <a:ext cx="2984500" cy="1028700"/>
          </a:xfrm>
          <a:prstGeom prst="rect">
            <a:avLst/>
          </a:prstGeom>
        </p:spPr>
      </p:pic>
      <p:pic>
        <p:nvPicPr>
          <p:cNvPr id="7" name="Resim 6" descr="metin, yazı tipi, grafik, poster içeren bir resim&#10;&#10;Yapay zeka tarafından oluşturulmuş içerik yanlış olabilir.">
            <a:extLst>
              <a:ext uri="{FF2B5EF4-FFF2-40B4-BE49-F238E27FC236}">
                <a16:creationId xmlns:a16="http://schemas.microsoft.com/office/drawing/2014/main" id="{29926FED-CD21-2092-C61D-B33526882D33}"/>
              </a:ext>
            </a:extLst>
          </p:cNvPr>
          <p:cNvPicPr>
            <a:picLocks noChangeAspect="1"/>
          </p:cNvPicPr>
          <p:nvPr/>
        </p:nvPicPr>
        <p:blipFill>
          <a:blip r:embed="rId7"/>
          <a:stretch>
            <a:fillRect/>
          </a:stretch>
        </p:blipFill>
        <p:spPr>
          <a:xfrm>
            <a:off x="677943" y="4497183"/>
            <a:ext cx="1529575" cy="1732168"/>
          </a:xfrm>
          <a:prstGeom prst="rect">
            <a:avLst/>
          </a:prstGeom>
        </p:spPr>
      </p:pic>
      <p:sp>
        <p:nvSpPr>
          <p:cNvPr id="17" name="Metin kutusu 16">
            <a:extLst>
              <a:ext uri="{FF2B5EF4-FFF2-40B4-BE49-F238E27FC236}">
                <a16:creationId xmlns:a16="http://schemas.microsoft.com/office/drawing/2014/main" id="{267E0BFD-E735-5735-C738-DE8EE5B35F0B}"/>
              </a:ext>
            </a:extLst>
          </p:cNvPr>
          <p:cNvSpPr txBox="1"/>
          <p:nvPr/>
        </p:nvSpPr>
        <p:spPr>
          <a:xfrm>
            <a:off x="793322" y="1859340"/>
            <a:ext cx="5041316" cy="1692771"/>
          </a:xfrm>
          <a:prstGeom prst="rect">
            <a:avLst/>
          </a:prstGeom>
          <a:noFill/>
        </p:spPr>
        <p:txBody>
          <a:bodyPr wrap="square" rtlCol="0">
            <a:spAutoFit/>
          </a:bodyPr>
          <a:lstStyle/>
          <a:p>
            <a:r>
              <a:rPr lang="tr-TR" sz="3200" b="1" dirty="0">
                <a:solidFill>
                  <a:schemeClr val="tx1">
                    <a:lumMod val="75000"/>
                    <a:lumOff val="25000"/>
                  </a:schemeClr>
                </a:solidFill>
                <a:latin typeface="Calibri" panose="020F0502020204030204" pitchFamily="34" charset="0"/>
                <a:ea typeface="Calibri" panose="020F0502020204030204" pitchFamily="34" charset="0"/>
                <a:cs typeface="Calibri" panose="020F0502020204030204" pitchFamily="34" charset="0"/>
              </a:rPr>
              <a:t>Veriden Değer Üreten</a:t>
            </a:r>
          </a:p>
          <a:p>
            <a:r>
              <a:rPr lang="tr-TR" sz="3200" b="1" dirty="0">
                <a:solidFill>
                  <a:schemeClr val="tx1">
                    <a:lumMod val="75000"/>
                    <a:lumOff val="25000"/>
                  </a:schemeClr>
                </a:solidFill>
                <a:latin typeface="Calibri" panose="020F0502020204030204" pitchFamily="34" charset="0"/>
                <a:ea typeface="Calibri" panose="020F0502020204030204" pitchFamily="34" charset="0"/>
                <a:cs typeface="Calibri" panose="020F0502020204030204" pitchFamily="34" charset="0"/>
              </a:rPr>
              <a:t>Yenilikçi Enerji Çözümleri</a:t>
            </a:r>
          </a:p>
          <a:p>
            <a:r>
              <a:rPr lang="tr-TR" sz="4000" dirty="0">
                <a:solidFill>
                  <a:schemeClr val="tx1">
                    <a:lumMod val="75000"/>
                    <a:lumOff val="25000"/>
                  </a:schemeClr>
                </a:solidFill>
                <a:latin typeface="Calibri" panose="020F0502020204030204" pitchFamily="34" charset="0"/>
                <a:ea typeface="Calibri" panose="020F0502020204030204" pitchFamily="34" charset="0"/>
                <a:cs typeface="Calibri" panose="020F0502020204030204" pitchFamily="34" charset="0"/>
              </a:rPr>
              <a:t>Hoş Geldiniz! </a:t>
            </a:r>
          </a:p>
        </p:txBody>
      </p:sp>
      <p:sp>
        <p:nvSpPr>
          <p:cNvPr id="2" name="Yuvarlatılmış Dikdörtgen 1">
            <a:extLst>
              <a:ext uri="{FF2B5EF4-FFF2-40B4-BE49-F238E27FC236}">
                <a16:creationId xmlns:a16="http://schemas.microsoft.com/office/drawing/2014/main" id="{D599DD16-00DE-16D7-C32F-35C212AD8FB0}"/>
              </a:ext>
            </a:extLst>
          </p:cNvPr>
          <p:cNvSpPr/>
          <p:nvPr/>
        </p:nvSpPr>
        <p:spPr>
          <a:xfrm>
            <a:off x="793322" y="1028700"/>
            <a:ext cx="3811335" cy="731427"/>
          </a:xfrm>
          <a:prstGeom prst="roundRect">
            <a:avLst/>
          </a:prstGeom>
          <a:solidFill>
            <a:srgbClr val="003CA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tr-TR"/>
          </a:p>
        </p:txBody>
      </p:sp>
      <p:sp>
        <p:nvSpPr>
          <p:cNvPr id="3" name="Metin kutusu 2">
            <a:extLst>
              <a:ext uri="{FF2B5EF4-FFF2-40B4-BE49-F238E27FC236}">
                <a16:creationId xmlns:a16="http://schemas.microsoft.com/office/drawing/2014/main" id="{B24FE10C-1E29-AC56-A612-96C27DBFFE8B}"/>
              </a:ext>
            </a:extLst>
          </p:cNvPr>
          <p:cNvSpPr txBox="1"/>
          <p:nvPr/>
        </p:nvSpPr>
        <p:spPr>
          <a:xfrm>
            <a:off x="918551" y="1164137"/>
            <a:ext cx="3427285" cy="523220"/>
          </a:xfrm>
          <a:prstGeom prst="rect">
            <a:avLst/>
          </a:prstGeom>
          <a:noFill/>
        </p:spPr>
        <p:txBody>
          <a:bodyPr wrap="none" rtlCol="0">
            <a:spAutoFit/>
          </a:bodyPr>
          <a:lstStyle/>
          <a:p>
            <a:r>
              <a:rPr lang="tr-TR" sz="2800" b="1" dirty="0">
                <a:solidFill>
                  <a:schemeClr val="bg1"/>
                </a:solidFill>
                <a:latin typeface="Calibri" panose="020F0502020204030204" pitchFamily="34" charset="0"/>
                <a:ea typeface="Calibri" panose="020F0502020204030204" pitchFamily="34" charset="0"/>
                <a:cs typeface="Calibri" panose="020F0502020204030204" pitchFamily="34" charset="0"/>
              </a:rPr>
              <a:t>GRID UP HACKATHON</a:t>
            </a:r>
          </a:p>
        </p:txBody>
      </p:sp>
    </p:spTree>
    <p:extLst>
      <p:ext uri="{BB962C8B-B14F-4D97-AF65-F5344CB8AC3E}">
        <p14:creationId xmlns:p14="http://schemas.microsoft.com/office/powerpoint/2010/main" val="108068448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nodePh="1">
                                  <p:stCondLst>
                                    <p:cond delay="0"/>
                                  </p:stCondLst>
                                  <p:endCondLst>
                                    <p:cond evt="begin" delay="0">
                                      <p:tn val="5"/>
                                    </p:cond>
                                  </p:endCondLst>
                                  <p:childTnLst>
                                    <p:set>
                                      <p:cBhvr>
                                        <p:cTn id="6" dur="1" fill="hold">
                                          <p:stCondLst>
                                            <p:cond delay="0"/>
                                          </p:stCondLst>
                                        </p:cTn>
                                        <p:tgtEl>
                                          <p:spTgt spid="17">
                                            <p:txEl>
                                              <p:pRg st="0" end="0"/>
                                            </p:txEl>
                                          </p:spTgt>
                                        </p:tgtEl>
                                        <p:attrNameLst>
                                          <p:attrName>style.visibility</p:attrName>
                                        </p:attrNameLst>
                                      </p:cBhvr>
                                      <p:to>
                                        <p:strVal val="visible"/>
                                      </p:to>
                                    </p:set>
                                    <p:animEffect transition="in" filter="fade">
                                      <p:cBhvr>
                                        <p:cTn id="7" dur="1000"/>
                                        <p:tgtEl>
                                          <p:spTgt spid="17">
                                            <p:txEl>
                                              <p:pRg st="0" end="0"/>
                                            </p:txEl>
                                          </p:spTgt>
                                        </p:tgtEl>
                                      </p:cBhvr>
                                    </p:animEffect>
                                  </p:childTnLst>
                                </p:cTn>
                              </p:par>
                            </p:childTnLst>
                          </p:cTn>
                        </p:par>
                        <p:par>
                          <p:cTn id="8" fill="hold">
                            <p:stCondLst>
                              <p:cond delay="1000"/>
                            </p:stCondLst>
                            <p:childTnLst>
                              <p:par>
                                <p:cTn id="9" presetID="10" presetClass="entr" presetSubtype="0" fill="hold" nodeType="afterEffect">
                                  <p:stCondLst>
                                    <p:cond delay="0"/>
                                  </p:stCondLst>
                                  <p:childTnLst>
                                    <p:set>
                                      <p:cBhvr>
                                        <p:cTn id="10" dur="1" fill="hold">
                                          <p:stCondLst>
                                            <p:cond delay="0"/>
                                          </p:stCondLst>
                                        </p:cTn>
                                        <p:tgtEl>
                                          <p:spTgt spid="7"/>
                                        </p:tgtEl>
                                        <p:attrNameLst>
                                          <p:attrName>style.visibility</p:attrName>
                                        </p:attrNameLst>
                                      </p:cBhvr>
                                      <p:to>
                                        <p:strVal val="visible"/>
                                      </p:to>
                                    </p:set>
                                    <p:animEffect transition="in" filter="fade">
                                      <p:cBhvr>
                                        <p:cTn id="11" dur="500"/>
                                        <p:tgtEl>
                                          <p:spTgt spid="7"/>
                                        </p:tgtEl>
                                      </p:cBhvr>
                                    </p:animEffect>
                                  </p:childTnLst>
                                </p:cTn>
                              </p:par>
                            </p:childTnLst>
                          </p:cTn>
                        </p:par>
                        <p:par>
                          <p:cTn id="12" fill="hold">
                            <p:stCondLst>
                              <p:cond delay="1500"/>
                            </p:stCondLst>
                            <p:childTnLst>
                              <p:par>
                                <p:cTn id="13" presetID="10" presetClass="entr" presetSubtype="0" fill="hold" nodeType="afterEffect">
                                  <p:stCondLst>
                                    <p:cond delay="0"/>
                                  </p:stCondLst>
                                  <p:childTnLst>
                                    <p:set>
                                      <p:cBhvr>
                                        <p:cTn id="14" dur="1" fill="hold">
                                          <p:stCondLst>
                                            <p:cond delay="0"/>
                                          </p:stCondLst>
                                        </p:cTn>
                                        <p:tgtEl>
                                          <p:spTgt spid="5"/>
                                        </p:tgtEl>
                                        <p:attrNameLst>
                                          <p:attrName>style.visibility</p:attrName>
                                        </p:attrNameLst>
                                      </p:cBhvr>
                                      <p:to>
                                        <p:strVal val="visible"/>
                                      </p:to>
                                    </p:set>
                                    <p:animEffect transition="in" filter="fade">
                                      <p:cBhvr>
                                        <p:cTn id="15" dur="500"/>
                                        <p:tgtEl>
                                          <p:spTgt spid="5"/>
                                        </p:tgtEl>
                                      </p:cBhvr>
                                    </p:animEffect>
                                  </p:childTnLst>
                                </p:cTn>
                              </p:par>
                              <p:par>
                                <p:cTn id="16" presetID="42" presetClass="entr" presetSubtype="0" fill="hold" nodeType="with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fade">
                                      <p:cBhvr>
                                        <p:cTn id="18" dur="1000"/>
                                        <p:tgtEl>
                                          <p:spTgt spid="13"/>
                                        </p:tgtEl>
                                      </p:cBhvr>
                                    </p:animEffect>
                                    <p:anim calcmode="lin" valueType="num">
                                      <p:cBhvr>
                                        <p:cTn id="19" dur="1000" fill="hold"/>
                                        <p:tgtEl>
                                          <p:spTgt spid="13"/>
                                        </p:tgtEl>
                                        <p:attrNameLst>
                                          <p:attrName>ppt_x</p:attrName>
                                        </p:attrNameLst>
                                      </p:cBhvr>
                                      <p:tavLst>
                                        <p:tav tm="0">
                                          <p:val>
                                            <p:strVal val="#ppt_x"/>
                                          </p:val>
                                        </p:tav>
                                        <p:tav tm="100000">
                                          <p:val>
                                            <p:strVal val="#ppt_x"/>
                                          </p:val>
                                        </p:tav>
                                      </p:tavLst>
                                    </p:anim>
                                    <p:anim calcmode="lin" valueType="num">
                                      <p:cBhvr>
                                        <p:cTn id="20" dur="1000" fill="hold"/>
                                        <p:tgtEl>
                                          <p:spTgt spid="13"/>
                                        </p:tgtEl>
                                        <p:attrNameLst>
                                          <p:attrName>ppt_y</p:attrName>
                                        </p:attrNameLst>
                                      </p:cBhvr>
                                      <p:tavLst>
                                        <p:tav tm="0">
                                          <p:val>
                                            <p:strVal val="#ppt_y+.1"/>
                                          </p:val>
                                        </p:tav>
                                        <p:tav tm="100000">
                                          <p:val>
                                            <p:strVal val="#ppt_y"/>
                                          </p:val>
                                        </p:tav>
                                      </p:tavLst>
                                    </p:anim>
                                  </p:childTnLst>
                                </p:cTn>
                              </p:par>
                            </p:childTnLst>
                          </p:cTn>
                        </p:par>
                        <p:par>
                          <p:cTn id="21" fill="hold">
                            <p:stCondLst>
                              <p:cond delay="2500"/>
                            </p:stCondLst>
                            <p:childTnLst>
                              <p:par>
                                <p:cTn id="22" presetID="42" presetClass="entr" presetSubtype="0" fill="hold" nodeType="afterEffect">
                                  <p:stCondLst>
                                    <p:cond delay="0"/>
                                  </p:stCondLst>
                                  <p:childTnLst>
                                    <p:set>
                                      <p:cBhvr>
                                        <p:cTn id="23" dur="1" fill="hold">
                                          <p:stCondLst>
                                            <p:cond delay="0"/>
                                          </p:stCondLst>
                                        </p:cTn>
                                        <p:tgtEl>
                                          <p:spTgt spid="9"/>
                                        </p:tgtEl>
                                        <p:attrNameLst>
                                          <p:attrName>style.visibility</p:attrName>
                                        </p:attrNameLst>
                                      </p:cBhvr>
                                      <p:to>
                                        <p:strVal val="visible"/>
                                      </p:to>
                                    </p:set>
                                    <p:animEffect transition="in" filter="fade">
                                      <p:cBhvr>
                                        <p:cTn id="24" dur="1000"/>
                                        <p:tgtEl>
                                          <p:spTgt spid="9"/>
                                        </p:tgtEl>
                                      </p:cBhvr>
                                    </p:animEffect>
                                    <p:anim calcmode="lin" valueType="num">
                                      <p:cBhvr>
                                        <p:cTn id="25" dur="1000" fill="hold"/>
                                        <p:tgtEl>
                                          <p:spTgt spid="9"/>
                                        </p:tgtEl>
                                        <p:attrNameLst>
                                          <p:attrName>ppt_x</p:attrName>
                                        </p:attrNameLst>
                                      </p:cBhvr>
                                      <p:tavLst>
                                        <p:tav tm="0">
                                          <p:val>
                                            <p:strVal val="#ppt_x"/>
                                          </p:val>
                                        </p:tav>
                                        <p:tav tm="100000">
                                          <p:val>
                                            <p:strVal val="#ppt_x"/>
                                          </p:val>
                                        </p:tav>
                                      </p:tavLst>
                                    </p:anim>
                                    <p:anim calcmode="lin" valueType="num">
                                      <p:cBhvr>
                                        <p:cTn id="26" dur="1000" fill="hold"/>
                                        <p:tgtEl>
                                          <p:spTgt spid="9"/>
                                        </p:tgtEl>
                                        <p:attrNameLst>
                                          <p:attrName>ppt_y</p:attrName>
                                        </p:attrNameLst>
                                      </p:cBhvr>
                                      <p:tavLst>
                                        <p:tav tm="0">
                                          <p:val>
                                            <p:strVal val="#ppt_y+.1"/>
                                          </p:val>
                                        </p:tav>
                                        <p:tav tm="100000">
                                          <p:val>
                                            <p:strVal val="#ppt_y"/>
                                          </p:val>
                                        </p:tav>
                                      </p:tavLst>
                                    </p:anim>
                                  </p:childTnLst>
                                </p:cTn>
                              </p:par>
                            </p:childTnLst>
                          </p:cTn>
                        </p:par>
                        <p:par>
                          <p:cTn id="27" fill="hold">
                            <p:stCondLst>
                              <p:cond delay="3500"/>
                            </p:stCondLst>
                            <p:childTnLst>
                              <p:par>
                                <p:cTn id="28" presetID="42" presetClass="entr" presetSubtype="0" fill="hold" nodeType="afterEffect">
                                  <p:stCondLst>
                                    <p:cond delay="0"/>
                                  </p:stCondLst>
                                  <p:childTnLst>
                                    <p:set>
                                      <p:cBhvr>
                                        <p:cTn id="29" dur="1" fill="hold">
                                          <p:stCondLst>
                                            <p:cond delay="0"/>
                                          </p:stCondLst>
                                        </p:cTn>
                                        <p:tgtEl>
                                          <p:spTgt spid="11"/>
                                        </p:tgtEl>
                                        <p:attrNameLst>
                                          <p:attrName>style.visibility</p:attrName>
                                        </p:attrNameLst>
                                      </p:cBhvr>
                                      <p:to>
                                        <p:strVal val="visible"/>
                                      </p:to>
                                    </p:set>
                                    <p:animEffect transition="in" filter="fade">
                                      <p:cBhvr>
                                        <p:cTn id="30" dur="1000"/>
                                        <p:tgtEl>
                                          <p:spTgt spid="11"/>
                                        </p:tgtEl>
                                      </p:cBhvr>
                                    </p:animEffect>
                                    <p:anim calcmode="lin" valueType="num">
                                      <p:cBhvr>
                                        <p:cTn id="31" dur="1000" fill="hold"/>
                                        <p:tgtEl>
                                          <p:spTgt spid="11"/>
                                        </p:tgtEl>
                                        <p:attrNameLst>
                                          <p:attrName>ppt_x</p:attrName>
                                        </p:attrNameLst>
                                      </p:cBhvr>
                                      <p:tavLst>
                                        <p:tav tm="0">
                                          <p:val>
                                            <p:strVal val="#ppt_x"/>
                                          </p:val>
                                        </p:tav>
                                        <p:tav tm="100000">
                                          <p:val>
                                            <p:strVal val="#ppt_x"/>
                                          </p:val>
                                        </p:tav>
                                      </p:tavLst>
                                    </p:anim>
                                    <p:anim calcmode="lin" valueType="num">
                                      <p:cBhvr>
                                        <p:cTn id="32" dur="1000" fill="hold"/>
                                        <p:tgtEl>
                                          <p:spTgt spid="11"/>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build="allAtOnce"/>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03E79B-D0AF-1373-2B5F-3490F47B9E4F}"/>
            </a:ext>
          </a:extLst>
        </p:cNvPr>
        <p:cNvGrpSpPr/>
        <p:nvPr/>
      </p:nvGrpSpPr>
      <p:grpSpPr>
        <a:xfrm>
          <a:off x="0" y="0"/>
          <a:ext cx="0" cy="0"/>
          <a:chOff x="0" y="0"/>
          <a:chExt cx="0" cy="0"/>
        </a:xfrm>
      </p:grpSpPr>
      <p:sp>
        <p:nvSpPr>
          <p:cNvPr id="96" name="Yuvarlatılmış Dikdörtgen 95">
            <a:extLst>
              <a:ext uri="{FF2B5EF4-FFF2-40B4-BE49-F238E27FC236}">
                <a16:creationId xmlns:a16="http://schemas.microsoft.com/office/drawing/2014/main" id="{265E5384-34D4-0916-6437-38C93079D626}"/>
              </a:ext>
            </a:extLst>
          </p:cNvPr>
          <p:cNvSpPr/>
          <p:nvPr/>
        </p:nvSpPr>
        <p:spPr>
          <a:xfrm>
            <a:off x="448241" y="4028517"/>
            <a:ext cx="2437241" cy="877125"/>
          </a:xfrm>
          <a:prstGeom prst="roundRect">
            <a:avLst>
              <a:gd name="adj" fmla="val 23661"/>
            </a:avLst>
          </a:prstGeom>
          <a:solidFill>
            <a:schemeClr val="bg1"/>
          </a:solidFill>
          <a:ln>
            <a:solidFill>
              <a:schemeClr val="bg1">
                <a:lumMod val="95000"/>
              </a:schemeClr>
            </a:solidFill>
          </a:ln>
          <a:effectLst>
            <a:outerShdw blurRad="185246" dist="22914" dir="540000" sx="97750" sy="97750" algn="ctr" rotWithShape="0">
              <a:schemeClr val="bg1">
                <a:lumMod val="75000"/>
                <a:alpha val="43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tr-TR" dirty="0"/>
          </a:p>
        </p:txBody>
      </p:sp>
      <p:sp>
        <p:nvSpPr>
          <p:cNvPr id="95" name="Yuvarlatılmış Dikdörtgen 94">
            <a:extLst>
              <a:ext uri="{FF2B5EF4-FFF2-40B4-BE49-F238E27FC236}">
                <a16:creationId xmlns:a16="http://schemas.microsoft.com/office/drawing/2014/main" id="{3C144377-95E7-770F-EA59-78FC07CB08E7}"/>
              </a:ext>
            </a:extLst>
          </p:cNvPr>
          <p:cNvSpPr/>
          <p:nvPr/>
        </p:nvSpPr>
        <p:spPr>
          <a:xfrm>
            <a:off x="448241" y="2946165"/>
            <a:ext cx="2437241" cy="877125"/>
          </a:xfrm>
          <a:prstGeom prst="roundRect">
            <a:avLst>
              <a:gd name="adj" fmla="val 25789"/>
            </a:avLst>
          </a:prstGeom>
          <a:solidFill>
            <a:schemeClr val="bg1"/>
          </a:solidFill>
          <a:ln>
            <a:solidFill>
              <a:schemeClr val="bg1">
                <a:lumMod val="95000"/>
              </a:schemeClr>
            </a:solidFill>
          </a:ln>
          <a:effectLst>
            <a:outerShdw blurRad="185246" dist="22914" dir="540000" sx="97750" sy="97750" algn="ctr" rotWithShape="0">
              <a:schemeClr val="bg1">
                <a:lumMod val="75000"/>
                <a:alpha val="43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tr-TR" dirty="0"/>
          </a:p>
        </p:txBody>
      </p:sp>
      <p:pic>
        <p:nvPicPr>
          <p:cNvPr id="93" name="Resim 92" descr="yazı tipi, grafik, grafik tasarım, metin içeren bir resim&#10;&#10;Yapay zeka tarafından oluşturulmuş içerik yanlış olabilir.">
            <a:extLst>
              <a:ext uri="{FF2B5EF4-FFF2-40B4-BE49-F238E27FC236}">
                <a16:creationId xmlns:a16="http://schemas.microsoft.com/office/drawing/2014/main" id="{5A0BCDCD-BE1B-AFED-41D0-37C257E24EDC}"/>
              </a:ext>
            </a:extLst>
          </p:cNvPr>
          <p:cNvPicPr>
            <a:picLocks noChangeAspect="1"/>
          </p:cNvPicPr>
          <p:nvPr/>
        </p:nvPicPr>
        <p:blipFill>
          <a:blip r:embed="rId2"/>
          <a:srcRect l="56073"/>
          <a:stretch>
            <a:fillRect/>
          </a:stretch>
        </p:blipFill>
        <p:spPr>
          <a:xfrm>
            <a:off x="799812" y="4182800"/>
            <a:ext cx="724593" cy="568557"/>
          </a:xfrm>
          <a:prstGeom prst="rect">
            <a:avLst/>
          </a:prstGeom>
        </p:spPr>
      </p:pic>
      <p:pic>
        <p:nvPicPr>
          <p:cNvPr id="94" name="Resim 93" descr="yazı tipi, grafik, grafik tasarım, metin içeren bir resim&#10;&#10;Yapay zeka tarafından oluşturulmuş içerik yanlış olabilir.">
            <a:extLst>
              <a:ext uri="{FF2B5EF4-FFF2-40B4-BE49-F238E27FC236}">
                <a16:creationId xmlns:a16="http://schemas.microsoft.com/office/drawing/2014/main" id="{71F53C15-DC03-ECB5-39B7-DA33D620FC71}"/>
              </a:ext>
            </a:extLst>
          </p:cNvPr>
          <p:cNvPicPr>
            <a:picLocks noChangeAspect="1"/>
          </p:cNvPicPr>
          <p:nvPr/>
        </p:nvPicPr>
        <p:blipFill>
          <a:blip r:embed="rId2"/>
          <a:srcRect r="51303"/>
          <a:stretch>
            <a:fillRect/>
          </a:stretch>
        </p:blipFill>
        <p:spPr>
          <a:xfrm>
            <a:off x="825154" y="3103932"/>
            <a:ext cx="803263" cy="568557"/>
          </a:xfrm>
          <a:prstGeom prst="rect">
            <a:avLst/>
          </a:prstGeom>
        </p:spPr>
      </p:pic>
      <p:sp>
        <p:nvSpPr>
          <p:cNvPr id="101" name="Rectangle 5">
            <a:extLst>
              <a:ext uri="{FF2B5EF4-FFF2-40B4-BE49-F238E27FC236}">
                <a16:creationId xmlns:a16="http://schemas.microsoft.com/office/drawing/2014/main" id="{B07FB450-1BD1-96F7-E20A-57DACD2B4228}"/>
              </a:ext>
            </a:extLst>
          </p:cNvPr>
          <p:cNvSpPr/>
          <p:nvPr/>
        </p:nvSpPr>
        <p:spPr>
          <a:xfrm>
            <a:off x="1934085" y="2267262"/>
            <a:ext cx="2199129" cy="1173886"/>
          </a:xfrm>
          <a:prstGeom prst="roundRect">
            <a:avLst>
              <a:gd name="adj" fmla="val 13993"/>
            </a:avLst>
          </a:prstGeom>
          <a:solidFill>
            <a:srgbClr val="FC6619"/>
          </a:solidFill>
        </p:spPr>
        <p:txBody>
          <a:bodyPr/>
          <a:lstStyle/>
          <a:p>
            <a:endParaRPr lang="en-US" sz="675" dirty="0">
              <a:solidFill>
                <a:schemeClr val="tx1"/>
              </a:solidFill>
            </a:endParaRPr>
          </a:p>
        </p:txBody>
      </p:sp>
      <p:sp>
        <p:nvSpPr>
          <p:cNvPr id="102" name="Yuvarlatılmış Dikdörtgen 101">
            <a:extLst>
              <a:ext uri="{FF2B5EF4-FFF2-40B4-BE49-F238E27FC236}">
                <a16:creationId xmlns:a16="http://schemas.microsoft.com/office/drawing/2014/main" id="{9B24A837-C5E8-0021-4343-15A4CA51C689}"/>
              </a:ext>
            </a:extLst>
          </p:cNvPr>
          <p:cNvSpPr/>
          <p:nvPr/>
        </p:nvSpPr>
        <p:spPr>
          <a:xfrm>
            <a:off x="1934085" y="2854083"/>
            <a:ext cx="2199129" cy="2211420"/>
          </a:xfrm>
          <a:prstGeom prst="roundRect">
            <a:avLst>
              <a:gd name="adj" fmla="val 6641"/>
            </a:avLst>
          </a:prstGeom>
          <a:solidFill>
            <a:schemeClr val="bg1"/>
          </a:solidFill>
          <a:ln>
            <a:solidFill>
              <a:schemeClr val="bg1">
                <a:lumMod val="95000"/>
              </a:schemeClr>
            </a:solidFill>
          </a:ln>
          <a:effectLst>
            <a:outerShdw blurRad="185246" dist="22914" dir="540000" sx="97750" sy="97750" algn="ctr" rotWithShape="0">
              <a:schemeClr val="bg1">
                <a:lumMod val="75000"/>
                <a:alpha val="43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tr-TR" dirty="0"/>
          </a:p>
        </p:txBody>
      </p:sp>
      <p:sp>
        <p:nvSpPr>
          <p:cNvPr id="99" name="Rectangle 5">
            <a:extLst>
              <a:ext uri="{FF2B5EF4-FFF2-40B4-BE49-F238E27FC236}">
                <a16:creationId xmlns:a16="http://schemas.microsoft.com/office/drawing/2014/main" id="{86C546B7-8FE9-C47E-6069-23E452DA3923}"/>
              </a:ext>
            </a:extLst>
          </p:cNvPr>
          <p:cNvSpPr/>
          <p:nvPr/>
        </p:nvSpPr>
        <p:spPr>
          <a:xfrm>
            <a:off x="4342744" y="2267262"/>
            <a:ext cx="2199129" cy="1173886"/>
          </a:xfrm>
          <a:prstGeom prst="roundRect">
            <a:avLst>
              <a:gd name="adj" fmla="val 13993"/>
            </a:avLst>
          </a:prstGeom>
          <a:solidFill>
            <a:srgbClr val="FC6619"/>
          </a:solidFill>
        </p:spPr>
        <p:txBody>
          <a:bodyPr/>
          <a:lstStyle/>
          <a:p>
            <a:endParaRPr lang="en-US" sz="675" dirty="0">
              <a:solidFill>
                <a:schemeClr val="tx1"/>
              </a:solidFill>
            </a:endParaRPr>
          </a:p>
        </p:txBody>
      </p:sp>
      <p:sp>
        <p:nvSpPr>
          <p:cNvPr id="100" name="Yuvarlatılmış Dikdörtgen 99">
            <a:extLst>
              <a:ext uri="{FF2B5EF4-FFF2-40B4-BE49-F238E27FC236}">
                <a16:creationId xmlns:a16="http://schemas.microsoft.com/office/drawing/2014/main" id="{76BE52A5-2856-8C1C-4C41-722024290F45}"/>
              </a:ext>
            </a:extLst>
          </p:cNvPr>
          <p:cNvSpPr/>
          <p:nvPr/>
        </p:nvSpPr>
        <p:spPr>
          <a:xfrm>
            <a:off x="4342744" y="2854083"/>
            <a:ext cx="2199129" cy="2211420"/>
          </a:xfrm>
          <a:prstGeom prst="roundRect">
            <a:avLst>
              <a:gd name="adj" fmla="val 6641"/>
            </a:avLst>
          </a:prstGeom>
          <a:solidFill>
            <a:schemeClr val="bg1"/>
          </a:solidFill>
          <a:ln>
            <a:solidFill>
              <a:schemeClr val="bg1">
                <a:lumMod val="95000"/>
              </a:schemeClr>
            </a:solidFill>
          </a:ln>
          <a:effectLst>
            <a:outerShdw blurRad="185246" dist="22914" dir="540000" sx="97750" sy="97750" algn="ctr" rotWithShape="0">
              <a:schemeClr val="bg1">
                <a:lumMod val="75000"/>
                <a:alpha val="43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tr-TR" dirty="0"/>
          </a:p>
        </p:txBody>
      </p:sp>
      <p:sp>
        <p:nvSpPr>
          <p:cNvPr id="97" name="Rectangle 5">
            <a:extLst>
              <a:ext uri="{FF2B5EF4-FFF2-40B4-BE49-F238E27FC236}">
                <a16:creationId xmlns:a16="http://schemas.microsoft.com/office/drawing/2014/main" id="{4F3800C0-228F-7647-002E-D7B11C673541}"/>
              </a:ext>
            </a:extLst>
          </p:cNvPr>
          <p:cNvSpPr/>
          <p:nvPr/>
        </p:nvSpPr>
        <p:spPr>
          <a:xfrm>
            <a:off x="6728104" y="2267262"/>
            <a:ext cx="2199129" cy="1173886"/>
          </a:xfrm>
          <a:prstGeom prst="roundRect">
            <a:avLst>
              <a:gd name="adj" fmla="val 13993"/>
            </a:avLst>
          </a:prstGeom>
          <a:solidFill>
            <a:srgbClr val="FC6619"/>
          </a:solidFill>
        </p:spPr>
        <p:txBody>
          <a:bodyPr/>
          <a:lstStyle/>
          <a:p>
            <a:endParaRPr lang="en-US" sz="675" dirty="0">
              <a:solidFill>
                <a:schemeClr val="tx1"/>
              </a:solidFill>
            </a:endParaRPr>
          </a:p>
        </p:txBody>
      </p:sp>
      <p:sp>
        <p:nvSpPr>
          <p:cNvPr id="98" name="Yuvarlatılmış Dikdörtgen 97">
            <a:extLst>
              <a:ext uri="{FF2B5EF4-FFF2-40B4-BE49-F238E27FC236}">
                <a16:creationId xmlns:a16="http://schemas.microsoft.com/office/drawing/2014/main" id="{EB96E65B-0E16-43F4-1C44-A8531A751326}"/>
              </a:ext>
            </a:extLst>
          </p:cNvPr>
          <p:cNvSpPr/>
          <p:nvPr/>
        </p:nvSpPr>
        <p:spPr>
          <a:xfrm>
            <a:off x="6728104" y="2854083"/>
            <a:ext cx="2199129" cy="2211420"/>
          </a:xfrm>
          <a:prstGeom prst="roundRect">
            <a:avLst>
              <a:gd name="adj" fmla="val 6641"/>
            </a:avLst>
          </a:prstGeom>
          <a:solidFill>
            <a:schemeClr val="bg1"/>
          </a:solidFill>
          <a:ln>
            <a:solidFill>
              <a:schemeClr val="bg1">
                <a:lumMod val="95000"/>
              </a:schemeClr>
            </a:solidFill>
          </a:ln>
          <a:effectLst>
            <a:outerShdw blurRad="185246" dist="22914" dir="540000" sx="97750" sy="97750" algn="ctr" rotWithShape="0">
              <a:schemeClr val="bg1">
                <a:lumMod val="75000"/>
                <a:alpha val="43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tr-TR" dirty="0"/>
          </a:p>
        </p:txBody>
      </p:sp>
      <p:pic>
        <p:nvPicPr>
          <p:cNvPr id="5" name="Resim 4" descr="yazı tipi, grafik, grafik tasarım, metin içeren bir resim&#10;&#10;Yapay zeka tarafından oluşturulmuş içerik yanlış olabilir.">
            <a:extLst>
              <a:ext uri="{FF2B5EF4-FFF2-40B4-BE49-F238E27FC236}">
                <a16:creationId xmlns:a16="http://schemas.microsoft.com/office/drawing/2014/main" id="{986A895B-E327-782F-9243-B97DAECDDA0C}"/>
              </a:ext>
            </a:extLst>
          </p:cNvPr>
          <p:cNvPicPr>
            <a:picLocks noChangeAspect="1"/>
          </p:cNvPicPr>
          <p:nvPr/>
        </p:nvPicPr>
        <p:blipFill>
          <a:blip r:embed="rId2"/>
          <a:stretch>
            <a:fillRect/>
          </a:stretch>
        </p:blipFill>
        <p:spPr>
          <a:xfrm>
            <a:off x="10048240" y="427446"/>
            <a:ext cx="1649518" cy="568557"/>
          </a:xfrm>
          <a:prstGeom prst="rect">
            <a:avLst/>
          </a:prstGeom>
        </p:spPr>
      </p:pic>
      <p:pic>
        <p:nvPicPr>
          <p:cNvPr id="7" name="Resim 6" descr="metin, yazı tipi, grafik, poster içeren bir resim&#10;&#10;Yapay zeka tarafından oluşturulmuş içerik yanlış olabilir.">
            <a:extLst>
              <a:ext uri="{FF2B5EF4-FFF2-40B4-BE49-F238E27FC236}">
                <a16:creationId xmlns:a16="http://schemas.microsoft.com/office/drawing/2014/main" id="{6C8D7A1D-8AC2-0A3B-8083-65F979DD2ABC}"/>
              </a:ext>
            </a:extLst>
          </p:cNvPr>
          <p:cNvPicPr>
            <a:picLocks noChangeAspect="1"/>
          </p:cNvPicPr>
          <p:nvPr/>
        </p:nvPicPr>
        <p:blipFill>
          <a:blip r:embed="rId3"/>
          <a:stretch>
            <a:fillRect/>
          </a:stretch>
        </p:blipFill>
        <p:spPr>
          <a:xfrm>
            <a:off x="598430" y="5487444"/>
            <a:ext cx="832805" cy="943110"/>
          </a:xfrm>
          <a:prstGeom prst="rect">
            <a:avLst/>
          </a:prstGeom>
        </p:spPr>
      </p:pic>
      <p:sp>
        <p:nvSpPr>
          <p:cNvPr id="17" name="Metin kutusu 16">
            <a:extLst>
              <a:ext uri="{FF2B5EF4-FFF2-40B4-BE49-F238E27FC236}">
                <a16:creationId xmlns:a16="http://schemas.microsoft.com/office/drawing/2014/main" id="{D4454738-79E8-4596-6B47-CA75DD5001ED}"/>
              </a:ext>
            </a:extLst>
          </p:cNvPr>
          <p:cNvSpPr txBox="1"/>
          <p:nvPr/>
        </p:nvSpPr>
        <p:spPr>
          <a:xfrm>
            <a:off x="354088" y="621630"/>
            <a:ext cx="6632008" cy="461665"/>
          </a:xfrm>
          <a:prstGeom prst="rect">
            <a:avLst/>
          </a:prstGeom>
          <a:noFill/>
        </p:spPr>
        <p:txBody>
          <a:bodyPr wrap="none" rtlCol="0">
            <a:spAutoFit/>
          </a:bodyPr>
          <a:lstStyle/>
          <a:p>
            <a:r>
              <a:rPr lang="tr-TR" sz="2400" b="1" dirty="0">
                <a:solidFill>
                  <a:srgbClr val="003CA6"/>
                </a:solidFill>
                <a:latin typeface="Calibri" panose="020F0502020204030204" pitchFamily="34" charset="0"/>
                <a:ea typeface="Calibri" panose="020F0502020204030204" pitchFamily="34" charset="0"/>
                <a:cs typeface="Calibri" panose="020F0502020204030204" pitchFamily="34" charset="0"/>
              </a:rPr>
              <a:t>Elektrik Dağıtımında Dijital Dönüşüm ve İnovasyon</a:t>
            </a:r>
          </a:p>
        </p:txBody>
      </p:sp>
      <p:pic>
        <p:nvPicPr>
          <p:cNvPr id="48" name="Resim 47" descr="portakal, turuncu, tasarım, yaratıcılık içeren bir resim&#10;&#10;Yapay zeka tarafından oluşturulmuş içerik yanlış olabilir.">
            <a:extLst>
              <a:ext uri="{FF2B5EF4-FFF2-40B4-BE49-F238E27FC236}">
                <a16:creationId xmlns:a16="http://schemas.microsoft.com/office/drawing/2014/main" id="{5765A11F-D8D9-0B02-F9F3-092B15456C7A}"/>
              </a:ext>
            </a:extLst>
          </p:cNvPr>
          <p:cNvPicPr>
            <a:picLocks noChangeAspect="1"/>
          </p:cNvPicPr>
          <p:nvPr/>
        </p:nvPicPr>
        <p:blipFill>
          <a:blip r:embed="rId4"/>
          <a:srcRect b="52813"/>
          <a:stretch>
            <a:fillRect/>
          </a:stretch>
        </p:blipFill>
        <p:spPr>
          <a:xfrm>
            <a:off x="10212945" y="4983075"/>
            <a:ext cx="2040280" cy="1975865"/>
          </a:xfrm>
          <a:prstGeom prst="rect">
            <a:avLst/>
          </a:prstGeom>
        </p:spPr>
      </p:pic>
      <p:pic>
        <p:nvPicPr>
          <p:cNvPr id="49" name="Resim 48" descr="yeşil, tasarım içeren bir resim&#10;&#10;Yapay zeka tarafından oluşturulmuş içerik yanlış olabilir.">
            <a:extLst>
              <a:ext uri="{FF2B5EF4-FFF2-40B4-BE49-F238E27FC236}">
                <a16:creationId xmlns:a16="http://schemas.microsoft.com/office/drawing/2014/main" id="{42CFEB9E-D931-6256-E646-698B875835C0}"/>
              </a:ext>
            </a:extLst>
          </p:cNvPr>
          <p:cNvPicPr>
            <a:picLocks noChangeAspect="1"/>
          </p:cNvPicPr>
          <p:nvPr/>
        </p:nvPicPr>
        <p:blipFill>
          <a:blip r:embed="rId5"/>
          <a:srcRect b="20626"/>
          <a:stretch>
            <a:fillRect/>
          </a:stretch>
        </p:blipFill>
        <p:spPr>
          <a:xfrm>
            <a:off x="11513820" y="5297122"/>
            <a:ext cx="1020296" cy="1661818"/>
          </a:xfrm>
          <a:prstGeom prst="rect">
            <a:avLst/>
          </a:prstGeom>
        </p:spPr>
      </p:pic>
      <p:pic>
        <p:nvPicPr>
          <p:cNvPr id="50" name="Resim 49" descr="meneviş mavisi, ekran görüntüsü, mavi, tasarım içeren bir resim&#10;&#10;Yapay zeka tarafından oluşturulmuş içerik yanlış olabilir.">
            <a:extLst>
              <a:ext uri="{FF2B5EF4-FFF2-40B4-BE49-F238E27FC236}">
                <a16:creationId xmlns:a16="http://schemas.microsoft.com/office/drawing/2014/main" id="{8D4E19AF-51E4-79A6-31F8-8ED2AB2BEC9F}"/>
              </a:ext>
            </a:extLst>
          </p:cNvPr>
          <p:cNvPicPr>
            <a:picLocks noChangeAspect="1"/>
          </p:cNvPicPr>
          <p:nvPr/>
        </p:nvPicPr>
        <p:blipFill>
          <a:blip r:embed="rId6"/>
          <a:srcRect b="53491"/>
          <a:stretch>
            <a:fillRect/>
          </a:stretch>
        </p:blipFill>
        <p:spPr>
          <a:xfrm>
            <a:off x="10396101" y="6145235"/>
            <a:ext cx="852455" cy="813705"/>
          </a:xfrm>
          <a:prstGeom prst="rect">
            <a:avLst/>
          </a:prstGeom>
        </p:spPr>
      </p:pic>
      <p:sp>
        <p:nvSpPr>
          <p:cNvPr id="18" name="Metin kutusu 17">
            <a:extLst>
              <a:ext uri="{FF2B5EF4-FFF2-40B4-BE49-F238E27FC236}">
                <a16:creationId xmlns:a16="http://schemas.microsoft.com/office/drawing/2014/main" id="{C10E3719-962D-55F7-4CBF-E01EE92EEF5B}"/>
              </a:ext>
            </a:extLst>
          </p:cNvPr>
          <p:cNvSpPr txBox="1"/>
          <p:nvPr/>
        </p:nvSpPr>
        <p:spPr>
          <a:xfrm>
            <a:off x="2681395" y="4096732"/>
            <a:ext cx="657842" cy="584775"/>
          </a:xfrm>
          <a:prstGeom prst="rect">
            <a:avLst/>
          </a:prstGeom>
          <a:noFill/>
        </p:spPr>
        <p:txBody>
          <a:bodyPr wrap="square" rtlCol="0">
            <a:spAutoFit/>
          </a:bodyPr>
          <a:lstStyle/>
          <a:p>
            <a:pPr algn="ctr"/>
            <a:r>
              <a:rPr lang="tr-TR" sz="3200" b="1" dirty="0">
                <a:solidFill>
                  <a:srgbClr val="374151"/>
                </a:solidFill>
              </a:rPr>
              <a:t>4</a:t>
            </a:r>
            <a:endParaRPr lang="tr-TR" sz="3200" b="1" dirty="0"/>
          </a:p>
        </p:txBody>
      </p:sp>
      <p:sp>
        <p:nvSpPr>
          <p:cNvPr id="26" name="Rectangle 5">
            <a:extLst>
              <a:ext uri="{FF2B5EF4-FFF2-40B4-BE49-F238E27FC236}">
                <a16:creationId xmlns:a16="http://schemas.microsoft.com/office/drawing/2014/main" id="{FDC86339-EEAD-85ED-214F-9799A679AA84}"/>
              </a:ext>
            </a:extLst>
          </p:cNvPr>
          <p:cNvSpPr/>
          <p:nvPr/>
        </p:nvSpPr>
        <p:spPr>
          <a:xfrm>
            <a:off x="9113380" y="2267262"/>
            <a:ext cx="2199129" cy="1173886"/>
          </a:xfrm>
          <a:prstGeom prst="roundRect">
            <a:avLst>
              <a:gd name="adj" fmla="val 13993"/>
            </a:avLst>
          </a:prstGeom>
          <a:solidFill>
            <a:srgbClr val="FC6619"/>
          </a:solidFill>
        </p:spPr>
        <p:txBody>
          <a:bodyPr/>
          <a:lstStyle/>
          <a:p>
            <a:endParaRPr lang="en-US" sz="675" dirty="0">
              <a:solidFill>
                <a:schemeClr val="tx1"/>
              </a:solidFill>
            </a:endParaRPr>
          </a:p>
        </p:txBody>
      </p:sp>
      <p:sp>
        <p:nvSpPr>
          <p:cNvPr id="28" name="Yuvarlatılmış Dikdörtgen 27">
            <a:extLst>
              <a:ext uri="{FF2B5EF4-FFF2-40B4-BE49-F238E27FC236}">
                <a16:creationId xmlns:a16="http://schemas.microsoft.com/office/drawing/2014/main" id="{7FDD153E-0B67-0E4B-7F78-E5E740FAB6E1}"/>
              </a:ext>
            </a:extLst>
          </p:cNvPr>
          <p:cNvSpPr/>
          <p:nvPr/>
        </p:nvSpPr>
        <p:spPr>
          <a:xfrm>
            <a:off x="9113380" y="2854083"/>
            <a:ext cx="2199129" cy="2211420"/>
          </a:xfrm>
          <a:prstGeom prst="roundRect">
            <a:avLst>
              <a:gd name="adj" fmla="val 6641"/>
            </a:avLst>
          </a:prstGeom>
          <a:solidFill>
            <a:schemeClr val="bg1"/>
          </a:solidFill>
          <a:ln>
            <a:solidFill>
              <a:schemeClr val="bg1">
                <a:lumMod val="95000"/>
              </a:schemeClr>
            </a:solidFill>
          </a:ln>
          <a:effectLst>
            <a:outerShdw blurRad="185246" dist="22914" dir="540000" sx="97750" sy="97750" algn="ctr" rotWithShape="0">
              <a:schemeClr val="bg1">
                <a:lumMod val="75000"/>
                <a:alpha val="43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tr-TR" dirty="0"/>
          </a:p>
        </p:txBody>
      </p:sp>
      <p:sp>
        <p:nvSpPr>
          <p:cNvPr id="46" name="Metin kutusu 45">
            <a:extLst>
              <a:ext uri="{FF2B5EF4-FFF2-40B4-BE49-F238E27FC236}">
                <a16:creationId xmlns:a16="http://schemas.microsoft.com/office/drawing/2014/main" id="{A1AA929A-3C7D-8593-2899-4A6725C123A4}"/>
              </a:ext>
            </a:extLst>
          </p:cNvPr>
          <p:cNvSpPr txBox="1"/>
          <p:nvPr/>
        </p:nvSpPr>
        <p:spPr>
          <a:xfrm>
            <a:off x="2475241" y="2362791"/>
            <a:ext cx="1001172" cy="400110"/>
          </a:xfrm>
          <a:prstGeom prst="rect">
            <a:avLst/>
          </a:prstGeom>
          <a:noFill/>
        </p:spPr>
        <p:txBody>
          <a:bodyPr wrap="none" rtlCol="0">
            <a:spAutoFit/>
          </a:bodyPr>
          <a:lstStyle/>
          <a:p>
            <a:pPr algn="ctr"/>
            <a:r>
              <a:rPr lang="tr-TR" sz="2000" b="1" dirty="0">
                <a:solidFill>
                  <a:schemeClr val="bg1"/>
                </a:solidFill>
                <a:latin typeface="Calibri" panose="020F0502020204030204" pitchFamily="34" charset="0"/>
                <a:cs typeface="Calibri" panose="020F0502020204030204" pitchFamily="34" charset="0"/>
              </a:rPr>
              <a:t>Tüketici</a:t>
            </a:r>
          </a:p>
        </p:txBody>
      </p:sp>
      <p:sp>
        <p:nvSpPr>
          <p:cNvPr id="63" name="Metin kutusu 62">
            <a:extLst>
              <a:ext uri="{FF2B5EF4-FFF2-40B4-BE49-F238E27FC236}">
                <a16:creationId xmlns:a16="http://schemas.microsoft.com/office/drawing/2014/main" id="{4E456F53-4EE6-1676-CF09-76DC4B8202A4}"/>
              </a:ext>
            </a:extLst>
          </p:cNvPr>
          <p:cNvSpPr txBox="1"/>
          <p:nvPr/>
        </p:nvSpPr>
        <p:spPr>
          <a:xfrm>
            <a:off x="4476272" y="2362791"/>
            <a:ext cx="1879041" cy="400110"/>
          </a:xfrm>
          <a:prstGeom prst="rect">
            <a:avLst/>
          </a:prstGeom>
          <a:noFill/>
        </p:spPr>
        <p:txBody>
          <a:bodyPr wrap="none" rtlCol="0">
            <a:spAutoFit/>
          </a:bodyPr>
          <a:lstStyle/>
          <a:p>
            <a:pPr algn="ctr"/>
            <a:r>
              <a:rPr lang="tr-TR" sz="2000" b="1" dirty="0">
                <a:solidFill>
                  <a:schemeClr val="bg1"/>
                </a:solidFill>
                <a:latin typeface="Calibri" panose="020F0502020204030204" pitchFamily="34" charset="0"/>
                <a:cs typeface="Calibri" panose="020F0502020204030204" pitchFamily="34" charset="0"/>
              </a:rPr>
              <a:t>Elektrik Dağıtım</a:t>
            </a:r>
          </a:p>
        </p:txBody>
      </p:sp>
      <p:sp>
        <p:nvSpPr>
          <p:cNvPr id="64" name="Metin kutusu 63">
            <a:extLst>
              <a:ext uri="{FF2B5EF4-FFF2-40B4-BE49-F238E27FC236}">
                <a16:creationId xmlns:a16="http://schemas.microsoft.com/office/drawing/2014/main" id="{DFF26CC5-0DB5-E65F-7553-963AD923AC36}"/>
              </a:ext>
            </a:extLst>
          </p:cNvPr>
          <p:cNvSpPr txBox="1"/>
          <p:nvPr/>
        </p:nvSpPr>
        <p:spPr>
          <a:xfrm>
            <a:off x="7368948" y="2362791"/>
            <a:ext cx="813043" cy="400110"/>
          </a:xfrm>
          <a:prstGeom prst="rect">
            <a:avLst/>
          </a:prstGeom>
          <a:noFill/>
        </p:spPr>
        <p:txBody>
          <a:bodyPr wrap="none" rtlCol="0">
            <a:spAutoFit/>
          </a:bodyPr>
          <a:lstStyle/>
          <a:p>
            <a:pPr algn="ctr"/>
            <a:r>
              <a:rPr lang="tr-TR" sz="2000" b="1" dirty="0">
                <a:solidFill>
                  <a:schemeClr val="bg1"/>
                </a:solidFill>
                <a:latin typeface="Calibri" panose="020F0502020204030204" pitchFamily="34" charset="0"/>
                <a:cs typeface="Calibri" panose="020F0502020204030204" pitchFamily="34" charset="0"/>
              </a:rPr>
              <a:t>Nüfus</a:t>
            </a:r>
          </a:p>
        </p:txBody>
      </p:sp>
      <p:sp>
        <p:nvSpPr>
          <p:cNvPr id="65" name="Metin kutusu 64">
            <a:extLst>
              <a:ext uri="{FF2B5EF4-FFF2-40B4-BE49-F238E27FC236}">
                <a16:creationId xmlns:a16="http://schemas.microsoft.com/office/drawing/2014/main" id="{5DE66188-5FE3-5DBF-B970-752BFA2C058F}"/>
              </a:ext>
            </a:extLst>
          </p:cNvPr>
          <p:cNvSpPr txBox="1"/>
          <p:nvPr/>
        </p:nvSpPr>
        <p:spPr>
          <a:xfrm>
            <a:off x="9413547" y="2362791"/>
            <a:ext cx="1596335" cy="400110"/>
          </a:xfrm>
          <a:prstGeom prst="rect">
            <a:avLst/>
          </a:prstGeom>
          <a:noFill/>
        </p:spPr>
        <p:txBody>
          <a:bodyPr wrap="none" rtlCol="0">
            <a:spAutoFit/>
          </a:bodyPr>
          <a:lstStyle/>
          <a:p>
            <a:pPr algn="ctr"/>
            <a:r>
              <a:rPr lang="tr-TR" sz="2000" b="1" dirty="0">
                <a:solidFill>
                  <a:schemeClr val="bg1"/>
                </a:solidFill>
                <a:latin typeface="Calibri" panose="020F0502020204030204" pitchFamily="34" charset="0"/>
                <a:cs typeface="Calibri" panose="020F0502020204030204" pitchFamily="34" charset="0"/>
              </a:rPr>
              <a:t>Dağıtım Hattı</a:t>
            </a:r>
          </a:p>
        </p:txBody>
      </p:sp>
      <p:sp>
        <p:nvSpPr>
          <p:cNvPr id="66" name="Metin kutusu 65">
            <a:extLst>
              <a:ext uri="{FF2B5EF4-FFF2-40B4-BE49-F238E27FC236}">
                <a16:creationId xmlns:a16="http://schemas.microsoft.com/office/drawing/2014/main" id="{E56B77BB-27E5-986D-8F0B-40A4BD6C613E}"/>
              </a:ext>
            </a:extLst>
          </p:cNvPr>
          <p:cNvSpPr txBox="1"/>
          <p:nvPr/>
        </p:nvSpPr>
        <p:spPr>
          <a:xfrm>
            <a:off x="2442512" y="4528399"/>
            <a:ext cx="1135608" cy="307777"/>
          </a:xfrm>
          <a:prstGeom prst="rect">
            <a:avLst/>
          </a:prstGeom>
          <a:noFill/>
        </p:spPr>
        <p:txBody>
          <a:bodyPr wrap="square" rtlCol="0">
            <a:spAutoFit/>
          </a:bodyPr>
          <a:lstStyle/>
          <a:p>
            <a:pPr algn="ctr"/>
            <a:r>
              <a:rPr lang="tr-TR" sz="1400" b="1" dirty="0">
                <a:solidFill>
                  <a:srgbClr val="374151"/>
                </a:solidFill>
              </a:rPr>
              <a:t>Milyon</a:t>
            </a:r>
          </a:p>
        </p:txBody>
      </p:sp>
      <p:sp>
        <p:nvSpPr>
          <p:cNvPr id="69" name="Metin kutusu 68">
            <a:extLst>
              <a:ext uri="{FF2B5EF4-FFF2-40B4-BE49-F238E27FC236}">
                <a16:creationId xmlns:a16="http://schemas.microsoft.com/office/drawing/2014/main" id="{5EC42D50-0E45-B9A7-8024-C5DE2206D27E}"/>
              </a:ext>
            </a:extLst>
          </p:cNvPr>
          <p:cNvSpPr txBox="1"/>
          <p:nvPr/>
        </p:nvSpPr>
        <p:spPr>
          <a:xfrm>
            <a:off x="4756404" y="4096732"/>
            <a:ext cx="1325142" cy="584775"/>
          </a:xfrm>
          <a:prstGeom prst="rect">
            <a:avLst/>
          </a:prstGeom>
          <a:noFill/>
        </p:spPr>
        <p:txBody>
          <a:bodyPr wrap="square" rtlCol="0">
            <a:spAutoFit/>
          </a:bodyPr>
          <a:lstStyle/>
          <a:p>
            <a:pPr algn="ctr"/>
            <a:r>
              <a:rPr lang="tr-TR" sz="3200" b="1" dirty="0">
                <a:solidFill>
                  <a:srgbClr val="374151"/>
                </a:solidFill>
              </a:rPr>
              <a:t>18.30</a:t>
            </a:r>
          </a:p>
        </p:txBody>
      </p:sp>
      <p:sp>
        <p:nvSpPr>
          <p:cNvPr id="70" name="Metin kutusu 69">
            <a:extLst>
              <a:ext uri="{FF2B5EF4-FFF2-40B4-BE49-F238E27FC236}">
                <a16:creationId xmlns:a16="http://schemas.microsoft.com/office/drawing/2014/main" id="{6C0F5832-586E-E202-1CD7-B66362020D16}"/>
              </a:ext>
            </a:extLst>
          </p:cNvPr>
          <p:cNvSpPr txBox="1"/>
          <p:nvPr/>
        </p:nvSpPr>
        <p:spPr>
          <a:xfrm>
            <a:off x="4851171" y="4528399"/>
            <a:ext cx="1135608" cy="307777"/>
          </a:xfrm>
          <a:prstGeom prst="rect">
            <a:avLst/>
          </a:prstGeom>
          <a:noFill/>
        </p:spPr>
        <p:txBody>
          <a:bodyPr wrap="square" rtlCol="0">
            <a:spAutoFit/>
          </a:bodyPr>
          <a:lstStyle/>
          <a:p>
            <a:pPr algn="ctr"/>
            <a:r>
              <a:rPr lang="tr-TR" sz="1400" b="1" dirty="0">
                <a:solidFill>
                  <a:srgbClr val="374151"/>
                </a:solidFill>
              </a:rPr>
              <a:t>GWh </a:t>
            </a:r>
          </a:p>
        </p:txBody>
      </p:sp>
      <p:sp>
        <p:nvSpPr>
          <p:cNvPr id="71" name="Metin kutusu 70">
            <a:extLst>
              <a:ext uri="{FF2B5EF4-FFF2-40B4-BE49-F238E27FC236}">
                <a16:creationId xmlns:a16="http://schemas.microsoft.com/office/drawing/2014/main" id="{9C555296-621E-08B3-D9B8-AFDAA06DFF47}"/>
              </a:ext>
            </a:extLst>
          </p:cNvPr>
          <p:cNvSpPr txBox="1"/>
          <p:nvPr/>
        </p:nvSpPr>
        <p:spPr>
          <a:xfrm>
            <a:off x="7117044" y="4096732"/>
            <a:ext cx="1325142" cy="584775"/>
          </a:xfrm>
          <a:prstGeom prst="rect">
            <a:avLst/>
          </a:prstGeom>
          <a:noFill/>
        </p:spPr>
        <p:txBody>
          <a:bodyPr wrap="square" rtlCol="0">
            <a:spAutoFit/>
          </a:bodyPr>
          <a:lstStyle/>
          <a:p>
            <a:pPr algn="ctr"/>
            <a:r>
              <a:rPr lang="tr-TR" sz="3200" b="1" dirty="0">
                <a:solidFill>
                  <a:srgbClr val="374151"/>
                </a:solidFill>
              </a:rPr>
              <a:t>6</a:t>
            </a:r>
          </a:p>
        </p:txBody>
      </p:sp>
      <p:sp>
        <p:nvSpPr>
          <p:cNvPr id="72" name="Metin kutusu 71">
            <a:extLst>
              <a:ext uri="{FF2B5EF4-FFF2-40B4-BE49-F238E27FC236}">
                <a16:creationId xmlns:a16="http://schemas.microsoft.com/office/drawing/2014/main" id="{41D604A1-D3CF-D044-CE7B-D7C9B74D7E56}"/>
              </a:ext>
            </a:extLst>
          </p:cNvPr>
          <p:cNvSpPr txBox="1"/>
          <p:nvPr/>
        </p:nvSpPr>
        <p:spPr>
          <a:xfrm>
            <a:off x="7211811" y="4528399"/>
            <a:ext cx="1135608" cy="307777"/>
          </a:xfrm>
          <a:prstGeom prst="rect">
            <a:avLst/>
          </a:prstGeom>
          <a:noFill/>
        </p:spPr>
        <p:txBody>
          <a:bodyPr wrap="square" rtlCol="0">
            <a:spAutoFit/>
          </a:bodyPr>
          <a:lstStyle/>
          <a:p>
            <a:pPr algn="ctr"/>
            <a:r>
              <a:rPr lang="tr-TR" sz="1400" b="1" dirty="0">
                <a:solidFill>
                  <a:srgbClr val="374151"/>
                </a:solidFill>
              </a:rPr>
              <a:t>Milyon </a:t>
            </a:r>
          </a:p>
        </p:txBody>
      </p:sp>
      <p:sp>
        <p:nvSpPr>
          <p:cNvPr id="73" name="Metin kutusu 72">
            <a:extLst>
              <a:ext uri="{FF2B5EF4-FFF2-40B4-BE49-F238E27FC236}">
                <a16:creationId xmlns:a16="http://schemas.microsoft.com/office/drawing/2014/main" id="{8B1288C9-C4D0-647E-2EBA-778B2B21BFA3}"/>
              </a:ext>
            </a:extLst>
          </p:cNvPr>
          <p:cNvSpPr txBox="1"/>
          <p:nvPr/>
        </p:nvSpPr>
        <p:spPr>
          <a:xfrm>
            <a:off x="9347103" y="4096732"/>
            <a:ext cx="1698183" cy="584775"/>
          </a:xfrm>
          <a:prstGeom prst="rect">
            <a:avLst/>
          </a:prstGeom>
          <a:noFill/>
        </p:spPr>
        <p:txBody>
          <a:bodyPr wrap="square" rtlCol="0">
            <a:spAutoFit/>
          </a:bodyPr>
          <a:lstStyle/>
          <a:p>
            <a:pPr algn="ctr"/>
            <a:r>
              <a:rPr lang="tr-TR" sz="3200" b="1" dirty="0">
                <a:solidFill>
                  <a:srgbClr val="374151"/>
                </a:solidFill>
              </a:rPr>
              <a:t>123.944</a:t>
            </a:r>
          </a:p>
        </p:txBody>
      </p:sp>
      <p:sp>
        <p:nvSpPr>
          <p:cNvPr id="74" name="Metin kutusu 73">
            <a:extLst>
              <a:ext uri="{FF2B5EF4-FFF2-40B4-BE49-F238E27FC236}">
                <a16:creationId xmlns:a16="http://schemas.microsoft.com/office/drawing/2014/main" id="{F76D0FCE-5E34-0419-32AD-65062F025222}"/>
              </a:ext>
            </a:extLst>
          </p:cNvPr>
          <p:cNvSpPr txBox="1"/>
          <p:nvPr/>
        </p:nvSpPr>
        <p:spPr>
          <a:xfrm>
            <a:off x="9628390" y="4528399"/>
            <a:ext cx="1135608" cy="307777"/>
          </a:xfrm>
          <a:prstGeom prst="rect">
            <a:avLst/>
          </a:prstGeom>
          <a:noFill/>
        </p:spPr>
        <p:txBody>
          <a:bodyPr wrap="square" rtlCol="0">
            <a:spAutoFit/>
          </a:bodyPr>
          <a:lstStyle/>
          <a:p>
            <a:pPr algn="ctr"/>
            <a:r>
              <a:rPr lang="tr-TR" sz="1400" b="1" dirty="0">
                <a:solidFill>
                  <a:srgbClr val="374151"/>
                </a:solidFill>
              </a:rPr>
              <a:t>km </a:t>
            </a:r>
          </a:p>
        </p:txBody>
      </p:sp>
      <p:cxnSp>
        <p:nvCxnSpPr>
          <p:cNvPr id="76" name="Düz Bağlayıcı 75">
            <a:extLst>
              <a:ext uri="{FF2B5EF4-FFF2-40B4-BE49-F238E27FC236}">
                <a16:creationId xmlns:a16="http://schemas.microsoft.com/office/drawing/2014/main" id="{3E6D4267-BC22-6501-0D6E-428F9055A8AC}"/>
              </a:ext>
            </a:extLst>
          </p:cNvPr>
          <p:cNvCxnSpPr>
            <a:cxnSpLocks/>
          </p:cNvCxnSpPr>
          <p:nvPr/>
        </p:nvCxnSpPr>
        <p:spPr>
          <a:xfrm>
            <a:off x="2207890" y="3900044"/>
            <a:ext cx="1651518" cy="0"/>
          </a:xfrm>
          <a:prstGeom prst="line">
            <a:avLst/>
          </a:prstGeom>
          <a:ln>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cxnSp>
        <p:nvCxnSpPr>
          <p:cNvPr id="77" name="Düz Bağlayıcı 76">
            <a:extLst>
              <a:ext uri="{FF2B5EF4-FFF2-40B4-BE49-F238E27FC236}">
                <a16:creationId xmlns:a16="http://schemas.microsoft.com/office/drawing/2014/main" id="{32A15B55-0C4B-1D64-8CEE-F02261B936A1}"/>
              </a:ext>
            </a:extLst>
          </p:cNvPr>
          <p:cNvCxnSpPr>
            <a:cxnSpLocks/>
          </p:cNvCxnSpPr>
          <p:nvPr/>
        </p:nvCxnSpPr>
        <p:spPr>
          <a:xfrm>
            <a:off x="4616549" y="3900044"/>
            <a:ext cx="1651518" cy="0"/>
          </a:xfrm>
          <a:prstGeom prst="line">
            <a:avLst/>
          </a:prstGeom>
          <a:ln>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cxnSp>
        <p:nvCxnSpPr>
          <p:cNvPr id="78" name="Düz Bağlayıcı 77">
            <a:extLst>
              <a:ext uri="{FF2B5EF4-FFF2-40B4-BE49-F238E27FC236}">
                <a16:creationId xmlns:a16="http://schemas.microsoft.com/office/drawing/2014/main" id="{347206A4-089B-0EB1-7C2B-85FF067024F1}"/>
              </a:ext>
            </a:extLst>
          </p:cNvPr>
          <p:cNvCxnSpPr>
            <a:cxnSpLocks/>
          </p:cNvCxnSpPr>
          <p:nvPr/>
        </p:nvCxnSpPr>
        <p:spPr>
          <a:xfrm>
            <a:off x="6977189" y="3900044"/>
            <a:ext cx="1651518" cy="0"/>
          </a:xfrm>
          <a:prstGeom prst="line">
            <a:avLst/>
          </a:prstGeom>
          <a:ln>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cxnSp>
        <p:nvCxnSpPr>
          <p:cNvPr id="79" name="Düz Bağlayıcı 78">
            <a:extLst>
              <a:ext uri="{FF2B5EF4-FFF2-40B4-BE49-F238E27FC236}">
                <a16:creationId xmlns:a16="http://schemas.microsoft.com/office/drawing/2014/main" id="{1A034B33-66AC-8AE2-480E-C622DCD3BF18}"/>
              </a:ext>
            </a:extLst>
          </p:cNvPr>
          <p:cNvCxnSpPr>
            <a:cxnSpLocks/>
          </p:cNvCxnSpPr>
          <p:nvPr/>
        </p:nvCxnSpPr>
        <p:spPr>
          <a:xfrm>
            <a:off x="9393768" y="3900044"/>
            <a:ext cx="1651518" cy="0"/>
          </a:xfrm>
          <a:prstGeom prst="line">
            <a:avLst/>
          </a:prstGeom>
          <a:ln>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80" name="Metin kutusu 79">
            <a:extLst>
              <a:ext uri="{FF2B5EF4-FFF2-40B4-BE49-F238E27FC236}">
                <a16:creationId xmlns:a16="http://schemas.microsoft.com/office/drawing/2014/main" id="{45B7CEB9-8FD5-08F8-38EF-C9805C8A48FD}"/>
              </a:ext>
            </a:extLst>
          </p:cNvPr>
          <p:cNvSpPr txBox="1"/>
          <p:nvPr/>
        </p:nvSpPr>
        <p:spPr>
          <a:xfrm>
            <a:off x="2484210" y="3059746"/>
            <a:ext cx="1081535" cy="584775"/>
          </a:xfrm>
          <a:prstGeom prst="rect">
            <a:avLst/>
          </a:prstGeom>
          <a:noFill/>
        </p:spPr>
        <p:txBody>
          <a:bodyPr wrap="square" rtlCol="0">
            <a:spAutoFit/>
          </a:bodyPr>
          <a:lstStyle/>
          <a:p>
            <a:pPr algn="ctr"/>
            <a:r>
              <a:rPr lang="tr-TR" sz="3200" b="1" dirty="0">
                <a:solidFill>
                  <a:srgbClr val="374151"/>
                </a:solidFill>
              </a:rPr>
              <a:t>2.4</a:t>
            </a:r>
            <a:endParaRPr lang="tr-TR" sz="3200" b="1" dirty="0"/>
          </a:p>
        </p:txBody>
      </p:sp>
      <p:sp>
        <p:nvSpPr>
          <p:cNvPr id="81" name="Metin kutusu 80">
            <a:extLst>
              <a:ext uri="{FF2B5EF4-FFF2-40B4-BE49-F238E27FC236}">
                <a16:creationId xmlns:a16="http://schemas.microsoft.com/office/drawing/2014/main" id="{E9EB3308-F4CF-F06D-F823-9719701218E3}"/>
              </a:ext>
            </a:extLst>
          </p:cNvPr>
          <p:cNvSpPr txBox="1"/>
          <p:nvPr/>
        </p:nvSpPr>
        <p:spPr>
          <a:xfrm>
            <a:off x="2457173" y="3491413"/>
            <a:ext cx="1135608" cy="307777"/>
          </a:xfrm>
          <a:prstGeom prst="rect">
            <a:avLst/>
          </a:prstGeom>
          <a:noFill/>
        </p:spPr>
        <p:txBody>
          <a:bodyPr wrap="square" rtlCol="0">
            <a:spAutoFit/>
          </a:bodyPr>
          <a:lstStyle/>
          <a:p>
            <a:pPr algn="ctr"/>
            <a:r>
              <a:rPr lang="tr-TR" sz="1400" b="1" dirty="0">
                <a:solidFill>
                  <a:srgbClr val="374151"/>
                </a:solidFill>
              </a:rPr>
              <a:t>Milyon</a:t>
            </a:r>
          </a:p>
        </p:txBody>
      </p:sp>
      <p:sp>
        <p:nvSpPr>
          <p:cNvPr id="82" name="Metin kutusu 81">
            <a:extLst>
              <a:ext uri="{FF2B5EF4-FFF2-40B4-BE49-F238E27FC236}">
                <a16:creationId xmlns:a16="http://schemas.microsoft.com/office/drawing/2014/main" id="{1C8BED68-3F5E-8A93-46F3-9F1003B8313E}"/>
              </a:ext>
            </a:extLst>
          </p:cNvPr>
          <p:cNvSpPr txBox="1"/>
          <p:nvPr/>
        </p:nvSpPr>
        <p:spPr>
          <a:xfrm>
            <a:off x="4645848" y="3059746"/>
            <a:ext cx="1575576" cy="584775"/>
          </a:xfrm>
          <a:prstGeom prst="rect">
            <a:avLst/>
          </a:prstGeom>
          <a:noFill/>
        </p:spPr>
        <p:txBody>
          <a:bodyPr wrap="square" rtlCol="0">
            <a:spAutoFit/>
          </a:bodyPr>
          <a:lstStyle/>
          <a:p>
            <a:pPr algn="ctr"/>
            <a:r>
              <a:rPr lang="tr-TR" sz="3200" b="1" dirty="0">
                <a:solidFill>
                  <a:srgbClr val="374151"/>
                </a:solidFill>
              </a:rPr>
              <a:t>10.80</a:t>
            </a:r>
          </a:p>
        </p:txBody>
      </p:sp>
      <p:sp>
        <p:nvSpPr>
          <p:cNvPr id="83" name="Metin kutusu 82">
            <a:extLst>
              <a:ext uri="{FF2B5EF4-FFF2-40B4-BE49-F238E27FC236}">
                <a16:creationId xmlns:a16="http://schemas.microsoft.com/office/drawing/2014/main" id="{96A2C45B-37BE-0AE2-2CB0-B989F06317F0}"/>
              </a:ext>
            </a:extLst>
          </p:cNvPr>
          <p:cNvSpPr txBox="1"/>
          <p:nvPr/>
        </p:nvSpPr>
        <p:spPr>
          <a:xfrm>
            <a:off x="4865832" y="3491413"/>
            <a:ext cx="1135608" cy="307777"/>
          </a:xfrm>
          <a:prstGeom prst="rect">
            <a:avLst/>
          </a:prstGeom>
          <a:noFill/>
        </p:spPr>
        <p:txBody>
          <a:bodyPr wrap="square" rtlCol="0">
            <a:spAutoFit/>
          </a:bodyPr>
          <a:lstStyle/>
          <a:p>
            <a:pPr algn="ctr"/>
            <a:r>
              <a:rPr lang="tr-TR" sz="1400" b="1" dirty="0">
                <a:solidFill>
                  <a:srgbClr val="374151"/>
                </a:solidFill>
              </a:rPr>
              <a:t>GWh</a:t>
            </a:r>
          </a:p>
        </p:txBody>
      </p:sp>
      <p:sp>
        <p:nvSpPr>
          <p:cNvPr id="84" name="Metin kutusu 83">
            <a:extLst>
              <a:ext uri="{FF2B5EF4-FFF2-40B4-BE49-F238E27FC236}">
                <a16:creationId xmlns:a16="http://schemas.microsoft.com/office/drawing/2014/main" id="{4BDE5C55-25C6-BB54-7999-E67F891B82BB}"/>
              </a:ext>
            </a:extLst>
          </p:cNvPr>
          <p:cNvSpPr txBox="1"/>
          <p:nvPr/>
        </p:nvSpPr>
        <p:spPr>
          <a:xfrm>
            <a:off x="7131705" y="3059746"/>
            <a:ext cx="1325142" cy="584775"/>
          </a:xfrm>
          <a:prstGeom prst="rect">
            <a:avLst/>
          </a:prstGeom>
          <a:noFill/>
        </p:spPr>
        <p:txBody>
          <a:bodyPr wrap="square" rtlCol="0">
            <a:spAutoFit/>
          </a:bodyPr>
          <a:lstStyle/>
          <a:p>
            <a:pPr algn="ctr"/>
            <a:r>
              <a:rPr lang="tr-TR" sz="3200" b="1" dirty="0">
                <a:solidFill>
                  <a:srgbClr val="374151"/>
                </a:solidFill>
              </a:rPr>
              <a:t>3.3</a:t>
            </a:r>
          </a:p>
        </p:txBody>
      </p:sp>
      <p:sp>
        <p:nvSpPr>
          <p:cNvPr id="85" name="Metin kutusu 84">
            <a:extLst>
              <a:ext uri="{FF2B5EF4-FFF2-40B4-BE49-F238E27FC236}">
                <a16:creationId xmlns:a16="http://schemas.microsoft.com/office/drawing/2014/main" id="{A6A4E818-3C3E-2693-BCD6-228FC0E46581}"/>
              </a:ext>
            </a:extLst>
          </p:cNvPr>
          <p:cNvSpPr txBox="1"/>
          <p:nvPr/>
        </p:nvSpPr>
        <p:spPr>
          <a:xfrm>
            <a:off x="7226472" y="3491413"/>
            <a:ext cx="1135608" cy="307777"/>
          </a:xfrm>
          <a:prstGeom prst="rect">
            <a:avLst/>
          </a:prstGeom>
          <a:noFill/>
        </p:spPr>
        <p:txBody>
          <a:bodyPr wrap="square" rtlCol="0">
            <a:spAutoFit/>
          </a:bodyPr>
          <a:lstStyle/>
          <a:p>
            <a:pPr algn="ctr"/>
            <a:r>
              <a:rPr lang="tr-TR" sz="1400" b="1" dirty="0">
                <a:solidFill>
                  <a:srgbClr val="374151"/>
                </a:solidFill>
              </a:rPr>
              <a:t>Milyon </a:t>
            </a:r>
          </a:p>
        </p:txBody>
      </p:sp>
      <p:sp>
        <p:nvSpPr>
          <p:cNvPr id="86" name="Metin kutusu 85">
            <a:extLst>
              <a:ext uri="{FF2B5EF4-FFF2-40B4-BE49-F238E27FC236}">
                <a16:creationId xmlns:a16="http://schemas.microsoft.com/office/drawing/2014/main" id="{85A32125-3845-0D3D-CDEF-D7578D30A55B}"/>
              </a:ext>
            </a:extLst>
          </p:cNvPr>
          <p:cNvSpPr txBox="1"/>
          <p:nvPr/>
        </p:nvSpPr>
        <p:spPr>
          <a:xfrm>
            <a:off x="9345719" y="3068915"/>
            <a:ext cx="1698183" cy="584775"/>
          </a:xfrm>
          <a:prstGeom prst="rect">
            <a:avLst/>
          </a:prstGeom>
          <a:noFill/>
        </p:spPr>
        <p:txBody>
          <a:bodyPr wrap="square" rtlCol="0">
            <a:spAutoFit/>
          </a:bodyPr>
          <a:lstStyle/>
          <a:p>
            <a:pPr algn="ctr"/>
            <a:r>
              <a:rPr lang="tr-TR" sz="3200" b="1" dirty="0">
                <a:solidFill>
                  <a:srgbClr val="374151"/>
                </a:solidFill>
              </a:rPr>
              <a:t>110.793</a:t>
            </a:r>
          </a:p>
        </p:txBody>
      </p:sp>
      <p:sp>
        <p:nvSpPr>
          <p:cNvPr id="87" name="Metin kutusu 86">
            <a:extLst>
              <a:ext uri="{FF2B5EF4-FFF2-40B4-BE49-F238E27FC236}">
                <a16:creationId xmlns:a16="http://schemas.microsoft.com/office/drawing/2014/main" id="{1CFAA5A9-3111-C66C-286C-D4F6ECAFCD5D}"/>
              </a:ext>
            </a:extLst>
          </p:cNvPr>
          <p:cNvSpPr txBox="1"/>
          <p:nvPr/>
        </p:nvSpPr>
        <p:spPr>
          <a:xfrm>
            <a:off x="9627006" y="3500582"/>
            <a:ext cx="1135608" cy="307777"/>
          </a:xfrm>
          <a:prstGeom prst="rect">
            <a:avLst/>
          </a:prstGeom>
          <a:noFill/>
        </p:spPr>
        <p:txBody>
          <a:bodyPr wrap="square" rtlCol="0">
            <a:spAutoFit/>
          </a:bodyPr>
          <a:lstStyle/>
          <a:p>
            <a:pPr algn="ctr"/>
            <a:r>
              <a:rPr lang="tr-TR" sz="1400" b="1" dirty="0">
                <a:solidFill>
                  <a:srgbClr val="374151"/>
                </a:solidFill>
              </a:rPr>
              <a:t>km</a:t>
            </a:r>
          </a:p>
        </p:txBody>
      </p:sp>
      <p:sp>
        <p:nvSpPr>
          <p:cNvPr id="103" name="Metin kutusu 102">
            <a:extLst>
              <a:ext uri="{FF2B5EF4-FFF2-40B4-BE49-F238E27FC236}">
                <a16:creationId xmlns:a16="http://schemas.microsoft.com/office/drawing/2014/main" id="{84C373A9-AFCB-2271-24B4-1AE75086E603}"/>
              </a:ext>
            </a:extLst>
          </p:cNvPr>
          <p:cNvSpPr txBox="1"/>
          <p:nvPr/>
        </p:nvSpPr>
        <p:spPr>
          <a:xfrm>
            <a:off x="350148" y="1155387"/>
            <a:ext cx="10329735" cy="830997"/>
          </a:xfrm>
          <a:prstGeom prst="rect">
            <a:avLst/>
          </a:prstGeom>
          <a:noFill/>
        </p:spPr>
        <p:txBody>
          <a:bodyPr wrap="square" rtlCol="0">
            <a:spAutoFit/>
          </a:bodyPr>
          <a:lstStyle/>
          <a:p>
            <a:r>
              <a:rPr lang="tr-TR" sz="1600" dirty="0">
                <a:latin typeface="Calibri" panose="020F0502020204030204" pitchFamily="34" charset="0"/>
                <a:ea typeface="Calibri" panose="020F0502020204030204" pitchFamily="34" charset="0"/>
                <a:cs typeface="Calibri" panose="020F0502020204030204" pitchFamily="34" charset="0"/>
              </a:rPr>
              <a:t>Adm Elektrik Dağıtım ve Gdz Elektrik Dağıtım Aydın, Denizli, Muğla, İzmir, Manisa illerinde, kullanıcıya güvenli, kaliteli ve sürdürülebilir elektrik dağıtım hizmeti sunmaktadır. Elektrik dağıtım altyapısının işletilmesi, geliştirilmesi ve geleceğin ihtiyaçlarına hazırlanması kapsamında veri, dijitalleşme ve inovasyon önemli bir rol üstlenmektedir.</a:t>
            </a:r>
          </a:p>
        </p:txBody>
      </p:sp>
    </p:spTree>
    <p:extLst>
      <p:ext uri="{BB962C8B-B14F-4D97-AF65-F5344CB8AC3E}">
        <p14:creationId xmlns:p14="http://schemas.microsoft.com/office/powerpoint/2010/main" val="6732285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withEffect">
                                  <p:stCondLst>
                                    <p:cond delay="0"/>
                                  </p:stCondLst>
                                  <p:childTnLst>
                                    <p:set>
                                      <p:cBhvr>
                                        <p:cTn id="6" dur="1" fill="hold">
                                          <p:stCondLst>
                                            <p:cond delay="0"/>
                                          </p:stCondLst>
                                        </p:cTn>
                                        <p:tgtEl>
                                          <p:spTgt spid="49"/>
                                        </p:tgtEl>
                                        <p:attrNameLst>
                                          <p:attrName>style.visibility</p:attrName>
                                        </p:attrNameLst>
                                      </p:cBhvr>
                                      <p:to>
                                        <p:strVal val="visible"/>
                                      </p:to>
                                    </p:set>
                                    <p:animEffect transition="in" filter="fade">
                                      <p:cBhvr>
                                        <p:cTn id="7" dur="1000"/>
                                        <p:tgtEl>
                                          <p:spTgt spid="49"/>
                                        </p:tgtEl>
                                      </p:cBhvr>
                                    </p:animEffect>
                                    <p:anim calcmode="lin" valueType="num">
                                      <p:cBhvr>
                                        <p:cTn id="8" dur="1000" fill="hold"/>
                                        <p:tgtEl>
                                          <p:spTgt spid="49"/>
                                        </p:tgtEl>
                                        <p:attrNameLst>
                                          <p:attrName>ppt_x</p:attrName>
                                        </p:attrNameLst>
                                      </p:cBhvr>
                                      <p:tavLst>
                                        <p:tav tm="0">
                                          <p:val>
                                            <p:strVal val="#ppt_x"/>
                                          </p:val>
                                        </p:tav>
                                        <p:tav tm="100000">
                                          <p:val>
                                            <p:strVal val="#ppt_x"/>
                                          </p:val>
                                        </p:tav>
                                      </p:tavLst>
                                    </p:anim>
                                    <p:anim calcmode="lin" valueType="num">
                                      <p:cBhvr>
                                        <p:cTn id="9" dur="1000" fill="hold"/>
                                        <p:tgtEl>
                                          <p:spTgt spid="49"/>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48"/>
                                        </p:tgtEl>
                                        <p:attrNameLst>
                                          <p:attrName>style.visibility</p:attrName>
                                        </p:attrNameLst>
                                      </p:cBhvr>
                                      <p:to>
                                        <p:strVal val="visible"/>
                                      </p:to>
                                    </p:set>
                                    <p:animEffect transition="in" filter="fade">
                                      <p:cBhvr>
                                        <p:cTn id="12" dur="1000"/>
                                        <p:tgtEl>
                                          <p:spTgt spid="48"/>
                                        </p:tgtEl>
                                      </p:cBhvr>
                                    </p:animEffect>
                                    <p:anim calcmode="lin" valueType="num">
                                      <p:cBhvr>
                                        <p:cTn id="13" dur="1000" fill="hold"/>
                                        <p:tgtEl>
                                          <p:spTgt spid="48"/>
                                        </p:tgtEl>
                                        <p:attrNameLst>
                                          <p:attrName>ppt_x</p:attrName>
                                        </p:attrNameLst>
                                      </p:cBhvr>
                                      <p:tavLst>
                                        <p:tav tm="0">
                                          <p:val>
                                            <p:strVal val="#ppt_x"/>
                                          </p:val>
                                        </p:tav>
                                        <p:tav tm="100000">
                                          <p:val>
                                            <p:strVal val="#ppt_x"/>
                                          </p:val>
                                        </p:tav>
                                      </p:tavLst>
                                    </p:anim>
                                    <p:anim calcmode="lin" valueType="num">
                                      <p:cBhvr>
                                        <p:cTn id="14" dur="1000" fill="hold"/>
                                        <p:tgtEl>
                                          <p:spTgt spid="48"/>
                                        </p:tgtEl>
                                        <p:attrNameLst>
                                          <p:attrName>ppt_y</p:attrName>
                                        </p:attrNameLst>
                                      </p:cBhvr>
                                      <p:tavLst>
                                        <p:tav tm="0">
                                          <p:val>
                                            <p:strVal val="#ppt_y+.1"/>
                                          </p:val>
                                        </p:tav>
                                        <p:tav tm="100000">
                                          <p:val>
                                            <p:strVal val="#ppt_y"/>
                                          </p:val>
                                        </p:tav>
                                      </p:tavLst>
                                    </p:anim>
                                  </p:childTnLst>
                                </p:cTn>
                              </p:par>
                              <p:par>
                                <p:cTn id="15" presetID="42" presetClass="entr" presetSubtype="0" fill="hold" nodeType="withEffect">
                                  <p:stCondLst>
                                    <p:cond delay="0"/>
                                  </p:stCondLst>
                                  <p:childTnLst>
                                    <p:set>
                                      <p:cBhvr>
                                        <p:cTn id="16" dur="1" fill="hold">
                                          <p:stCondLst>
                                            <p:cond delay="0"/>
                                          </p:stCondLst>
                                        </p:cTn>
                                        <p:tgtEl>
                                          <p:spTgt spid="50"/>
                                        </p:tgtEl>
                                        <p:attrNameLst>
                                          <p:attrName>style.visibility</p:attrName>
                                        </p:attrNameLst>
                                      </p:cBhvr>
                                      <p:to>
                                        <p:strVal val="visible"/>
                                      </p:to>
                                    </p:set>
                                    <p:animEffect transition="in" filter="fade">
                                      <p:cBhvr>
                                        <p:cTn id="17" dur="1000"/>
                                        <p:tgtEl>
                                          <p:spTgt spid="50"/>
                                        </p:tgtEl>
                                      </p:cBhvr>
                                    </p:animEffect>
                                    <p:anim calcmode="lin" valueType="num">
                                      <p:cBhvr>
                                        <p:cTn id="18" dur="1000" fill="hold"/>
                                        <p:tgtEl>
                                          <p:spTgt spid="50"/>
                                        </p:tgtEl>
                                        <p:attrNameLst>
                                          <p:attrName>ppt_x</p:attrName>
                                        </p:attrNameLst>
                                      </p:cBhvr>
                                      <p:tavLst>
                                        <p:tav tm="0">
                                          <p:val>
                                            <p:strVal val="#ppt_x"/>
                                          </p:val>
                                        </p:tav>
                                        <p:tav tm="100000">
                                          <p:val>
                                            <p:strVal val="#ppt_x"/>
                                          </p:val>
                                        </p:tav>
                                      </p:tavLst>
                                    </p:anim>
                                    <p:anim calcmode="lin" valueType="num">
                                      <p:cBhvr>
                                        <p:cTn id="19" dur="1000" fill="hold"/>
                                        <p:tgtEl>
                                          <p:spTgt spid="50"/>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56BFD7-5E5A-AB29-30B7-E44102160FAA}"/>
            </a:ext>
          </a:extLst>
        </p:cNvPr>
        <p:cNvGrpSpPr/>
        <p:nvPr/>
      </p:nvGrpSpPr>
      <p:grpSpPr>
        <a:xfrm>
          <a:off x="0" y="0"/>
          <a:ext cx="0" cy="0"/>
          <a:chOff x="0" y="0"/>
          <a:chExt cx="0" cy="0"/>
        </a:xfrm>
      </p:grpSpPr>
      <p:sp>
        <p:nvSpPr>
          <p:cNvPr id="22" name="Yuvarlatılmış Dikdörtgen 21">
            <a:extLst>
              <a:ext uri="{FF2B5EF4-FFF2-40B4-BE49-F238E27FC236}">
                <a16:creationId xmlns:a16="http://schemas.microsoft.com/office/drawing/2014/main" id="{6ED658F5-84EA-83B8-923D-45CBBA252E51}"/>
              </a:ext>
            </a:extLst>
          </p:cNvPr>
          <p:cNvSpPr/>
          <p:nvPr/>
        </p:nvSpPr>
        <p:spPr>
          <a:xfrm>
            <a:off x="5333923" y="1342981"/>
            <a:ext cx="2465722" cy="731427"/>
          </a:xfrm>
          <a:prstGeom prst="roundRect">
            <a:avLst/>
          </a:prstGeom>
          <a:solidFill>
            <a:srgbClr val="FC661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tr-TR">
              <a:latin typeface="Calibri" panose="020F0502020204030204" pitchFamily="34" charset="0"/>
              <a:ea typeface="Calibri" panose="020F0502020204030204" pitchFamily="34" charset="0"/>
              <a:cs typeface="Calibri" panose="020F0502020204030204" pitchFamily="34" charset="0"/>
            </a:endParaRPr>
          </a:p>
        </p:txBody>
      </p:sp>
      <p:sp>
        <p:nvSpPr>
          <p:cNvPr id="34" name="Title 1">
            <a:extLst>
              <a:ext uri="{FF2B5EF4-FFF2-40B4-BE49-F238E27FC236}">
                <a16:creationId xmlns:a16="http://schemas.microsoft.com/office/drawing/2014/main" id="{5E3BC2D7-1F51-10D9-B5CF-B04F56800B32}"/>
              </a:ext>
            </a:extLst>
          </p:cNvPr>
          <p:cNvSpPr txBox="1">
            <a:spLocks/>
          </p:cNvSpPr>
          <p:nvPr/>
        </p:nvSpPr>
        <p:spPr>
          <a:xfrm>
            <a:off x="602194" y="1701828"/>
            <a:ext cx="4156418" cy="1034001"/>
          </a:xfrm>
          <a:prstGeom prst="rect">
            <a:avLst/>
          </a:prstGeom>
        </p:spPr>
        <p:txBody>
          <a:bodyPr wrap="square" lIns="0" tIns="0" rIns="0" bIns="0">
            <a:spAutoFit/>
          </a:bodyPr>
          <a:lstStyle>
            <a:defPPr>
              <a:defRPr lang="en-US"/>
            </a:defPPr>
            <a:lvl1pPr defTabSz="1828800">
              <a:lnSpc>
                <a:spcPct val="90000"/>
              </a:lnSpc>
              <a:spcBef>
                <a:spcPct val="0"/>
              </a:spcBef>
              <a:buNone/>
              <a:defRPr sz="3200" b="1" cap="none" spc="-38" baseline="0">
                <a:latin typeface="Gilroy-RegularItalic" pitchFamily="2" charset="0"/>
                <a:ea typeface="Open Sans" panose="020B0606030504020204" pitchFamily="34" charset="0"/>
                <a:cs typeface="Open Sans" panose="020B0606030504020204" pitchFamily="34" charset="0"/>
              </a:defRPr>
            </a:lvl1pPr>
          </a:lstStyle>
          <a:p>
            <a:pPr defTabSz="2438339"/>
            <a:r>
              <a:rPr lang="tr-TR" sz="3733" spc="-51" dirty="0">
                <a:solidFill>
                  <a:srgbClr val="003CA6"/>
                </a:solidFill>
                <a:latin typeface="Calibri" panose="020F0502020204030204" pitchFamily="34" charset="0"/>
                <a:ea typeface="Calibri" panose="020F0502020204030204" pitchFamily="34" charset="0"/>
                <a:cs typeface="Calibri" panose="020F0502020204030204" pitchFamily="34" charset="0"/>
              </a:rPr>
              <a:t>Grid </a:t>
            </a:r>
            <a:r>
              <a:rPr lang="tr-TR" sz="3733" spc="-51" dirty="0" err="1">
                <a:solidFill>
                  <a:srgbClr val="003CA6"/>
                </a:solidFill>
                <a:latin typeface="Calibri" panose="020F0502020204030204" pitchFamily="34" charset="0"/>
                <a:ea typeface="Calibri" panose="020F0502020204030204" pitchFamily="34" charset="0"/>
                <a:cs typeface="Calibri" panose="020F0502020204030204" pitchFamily="34" charset="0"/>
              </a:rPr>
              <a:t>Up</a:t>
            </a:r>
            <a:r>
              <a:rPr lang="tr-TR" sz="3733" spc="-51" dirty="0">
                <a:solidFill>
                  <a:srgbClr val="003CA6"/>
                </a:solidFill>
                <a:latin typeface="Calibri" panose="020F0502020204030204" pitchFamily="34" charset="0"/>
                <a:ea typeface="Calibri" panose="020F0502020204030204" pitchFamily="34" charset="0"/>
                <a:cs typeface="Calibri" panose="020F0502020204030204" pitchFamily="34" charset="0"/>
              </a:rPr>
              <a:t> Hızlandırma Programı</a:t>
            </a:r>
          </a:p>
        </p:txBody>
      </p:sp>
      <p:cxnSp>
        <p:nvCxnSpPr>
          <p:cNvPr id="40" name="Straight Connector 4">
            <a:extLst>
              <a:ext uri="{FF2B5EF4-FFF2-40B4-BE49-F238E27FC236}">
                <a16:creationId xmlns:a16="http://schemas.microsoft.com/office/drawing/2014/main" id="{B48B13FE-E61A-C9BB-5180-22DD876A9B07}"/>
              </a:ext>
            </a:extLst>
          </p:cNvPr>
          <p:cNvCxnSpPr>
            <a:cxnSpLocks/>
          </p:cNvCxnSpPr>
          <p:nvPr/>
        </p:nvCxnSpPr>
        <p:spPr>
          <a:xfrm>
            <a:off x="660702" y="3071700"/>
            <a:ext cx="672767" cy="0"/>
          </a:xfrm>
          <a:prstGeom prst="line">
            <a:avLst/>
          </a:prstGeom>
          <a:ln w="76200" cap="rnd">
            <a:gradFill flip="none" rotWithShape="1">
              <a:gsLst>
                <a:gs pos="53000">
                  <a:schemeClr val="accent1"/>
                </a:gs>
                <a:gs pos="99000">
                  <a:srgbClr val="D31467"/>
                </a:gs>
              </a:gsLst>
              <a:lin ang="18900000" scaled="1"/>
              <a:tileRect/>
            </a:gradFill>
            <a:round/>
          </a:ln>
        </p:spPr>
        <p:style>
          <a:lnRef idx="1">
            <a:schemeClr val="accent1"/>
          </a:lnRef>
          <a:fillRef idx="0">
            <a:schemeClr val="accent1"/>
          </a:fillRef>
          <a:effectRef idx="0">
            <a:schemeClr val="accent1"/>
          </a:effectRef>
          <a:fontRef idx="minor">
            <a:schemeClr val="tx1"/>
          </a:fontRef>
        </p:style>
      </p:cxnSp>
      <p:sp>
        <p:nvSpPr>
          <p:cNvPr id="4" name="Dikdörtgen 3">
            <a:extLst>
              <a:ext uri="{FF2B5EF4-FFF2-40B4-BE49-F238E27FC236}">
                <a16:creationId xmlns:a16="http://schemas.microsoft.com/office/drawing/2014/main" id="{9A9A19E3-1108-6A18-8DFA-625F9FCD1F89}"/>
              </a:ext>
            </a:extLst>
          </p:cNvPr>
          <p:cNvSpPr/>
          <p:nvPr/>
        </p:nvSpPr>
        <p:spPr>
          <a:xfrm>
            <a:off x="504062" y="3282115"/>
            <a:ext cx="3545424" cy="1323439"/>
          </a:xfrm>
          <a:prstGeom prst="rect">
            <a:avLst/>
          </a:prstGeom>
        </p:spPr>
        <p:txBody>
          <a:bodyPr wrap="square">
            <a:spAutoFit/>
          </a:bodyPr>
          <a:lstStyle/>
          <a:p>
            <a:pPr defTabSz="1219170">
              <a:defRPr/>
            </a:pPr>
            <a:r>
              <a:rPr lang="tr-TR" sz="1600" dirty="0">
                <a:solidFill>
                  <a:srgbClr val="000000"/>
                </a:solidFill>
                <a:latin typeface="Calibri" panose="020F0502020204030204" pitchFamily="34" charset="0"/>
                <a:ea typeface="Calibri" panose="020F0502020204030204" pitchFamily="34" charset="0"/>
                <a:cs typeface="Calibri" panose="020F0502020204030204" pitchFamily="34" charset="0"/>
              </a:rPr>
              <a:t>Grid </a:t>
            </a:r>
            <a:r>
              <a:rPr lang="tr-TR" sz="1600" dirty="0" err="1">
                <a:solidFill>
                  <a:srgbClr val="000000"/>
                </a:solidFill>
                <a:latin typeface="Calibri" panose="020F0502020204030204" pitchFamily="34" charset="0"/>
                <a:ea typeface="Calibri" panose="020F0502020204030204" pitchFamily="34" charset="0"/>
                <a:cs typeface="Calibri" panose="020F0502020204030204" pitchFamily="34" charset="0"/>
              </a:rPr>
              <a:t>Up</a:t>
            </a:r>
            <a:r>
              <a:rPr lang="tr-TR" sz="1600" dirty="0">
                <a:solidFill>
                  <a:srgbClr val="000000"/>
                </a:solidFill>
                <a:latin typeface="Calibri" panose="020F0502020204030204" pitchFamily="34" charset="0"/>
                <a:ea typeface="Calibri" panose="020F0502020204030204" pitchFamily="34" charset="0"/>
                <a:cs typeface="Calibri" panose="020F0502020204030204" pitchFamily="34" charset="0"/>
              </a:rPr>
              <a:t>, elektrik dağıtım sektörünün karşılaştığı problemlere yenilikçi çözümler geliştirmek amacıyla oluşturulan bir hızlandırma programı olarak konumlandırılabilir.</a:t>
            </a:r>
          </a:p>
        </p:txBody>
      </p:sp>
      <p:pic>
        <p:nvPicPr>
          <p:cNvPr id="5" name="Resim 4" descr="yazı tipi, grafik, grafik tasarım, metin içeren bir resim&#10;&#10;Yapay zeka tarafından oluşturulmuş içerik yanlış olabilir.">
            <a:extLst>
              <a:ext uri="{FF2B5EF4-FFF2-40B4-BE49-F238E27FC236}">
                <a16:creationId xmlns:a16="http://schemas.microsoft.com/office/drawing/2014/main" id="{450BE6E3-99BA-91DB-560B-9BD9993F1250}"/>
              </a:ext>
            </a:extLst>
          </p:cNvPr>
          <p:cNvPicPr>
            <a:picLocks noChangeAspect="1"/>
          </p:cNvPicPr>
          <p:nvPr/>
        </p:nvPicPr>
        <p:blipFill>
          <a:blip r:embed="rId2"/>
          <a:stretch>
            <a:fillRect/>
          </a:stretch>
        </p:blipFill>
        <p:spPr>
          <a:xfrm>
            <a:off x="10048240" y="427446"/>
            <a:ext cx="1649518" cy="568557"/>
          </a:xfrm>
          <a:prstGeom prst="rect">
            <a:avLst/>
          </a:prstGeom>
        </p:spPr>
      </p:pic>
      <p:pic>
        <p:nvPicPr>
          <p:cNvPr id="12" name="Resim 11" descr="metin, yazı tipi, grafik, poster içeren bir resim&#10;&#10;Yapay zeka tarafından oluşturulmuş içerik yanlış olabilir.">
            <a:extLst>
              <a:ext uri="{FF2B5EF4-FFF2-40B4-BE49-F238E27FC236}">
                <a16:creationId xmlns:a16="http://schemas.microsoft.com/office/drawing/2014/main" id="{46DA7263-85E9-5F46-C749-6D3C769868AF}"/>
              </a:ext>
            </a:extLst>
          </p:cNvPr>
          <p:cNvPicPr>
            <a:picLocks noChangeAspect="1"/>
          </p:cNvPicPr>
          <p:nvPr/>
        </p:nvPicPr>
        <p:blipFill>
          <a:blip r:embed="rId3"/>
          <a:stretch>
            <a:fillRect/>
          </a:stretch>
        </p:blipFill>
        <p:spPr>
          <a:xfrm>
            <a:off x="598430" y="5487444"/>
            <a:ext cx="832805" cy="943110"/>
          </a:xfrm>
          <a:prstGeom prst="rect">
            <a:avLst/>
          </a:prstGeom>
        </p:spPr>
      </p:pic>
      <p:pic>
        <p:nvPicPr>
          <p:cNvPr id="14" name="Resim 13" descr="portakal, turuncu, tasarım, yaratıcılık içeren bir resim&#10;&#10;Yapay zeka tarafından oluşturulmuş içerik yanlış olabilir.">
            <a:extLst>
              <a:ext uri="{FF2B5EF4-FFF2-40B4-BE49-F238E27FC236}">
                <a16:creationId xmlns:a16="http://schemas.microsoft.com/office/drawing/2014/main" id="{D6448BC6-7361-AF51-DF46-47765B32736B}"/>
              </a:ext>
            </a:extLst>
          </p:cNvPr>
          <p:cNvPicPr>
            <a:picLocks noChangeAspect="1"/>
          </p:cNvPicPr>
          <p:nvPr/>
        </p:nvPicPr>
        <p:blipFill>
          <a:blip r:embed="rId4"/>
          <a:srcRect b="52813"/>
          <a:stretch>
            <a:fillRect/>
          </a:stretch>
        </p:blipFill>
        <p:spPr>
          <a:xfrm>
            <a:off x="10212945" y="4983075"/>
            <a:ext cx="2040280" cy="1975865"/>
          </a:xfrm>
          <a:prstGeom prst="rect">
            <a:avLst/>
          </a:prstGeom>
        </p:spPr>
      </p:pic>
      <p:pic>
        <p:nvPicPr>
          <p:cNvPr id="15" name="Resim 14" descr="yeşil, tasarım içeren bir resim&#10;&#10;Yapay zeka tarafından oluşturulmuş içerik yanlış olabilir.">
            <a:extLst>
              <a:ext uri="{FF2B5EF4-FFF2-40B4-BE49-F238E27FC236}">
                <a16:creationId xmlns:a16="http://schemas.microsoft.com/office/drawing/2014/main" id="{364C771B-BF24-06DF-0882-638C421E28DD}"/>
              </a:ext>
            </a:extLst>
          </p:cNvPr>
          <p:cNvPicPr>
            <a:picLocks noChangeAspect="1"/>
          </p:cNvPicPr>
          <p:nvPr/>
        </p:nvPicPr>
        <p:blipFill>
          <a:blip r:embed="rId5"/>
          <a:srcRect b="20626"/>
          <a:stretch>
            <a:fillRect/>
          </a:stretch>
        </p:blipFill>
        <p:spPr>
          <a:xfrm>
            <a:off x="11513820" y="5297122"/>
            <a:ext cx="1020296" cy="1661818"/>
          </a:xfrm>
          <a:prstGeom prst="rect">
            <a:avLst/>
          </a:prstGeom>
        </p:spPr>
      </p:pic>
      <p:pic>
        <p:nvPicPr>
          <p:cNvPr id="16" name="Resim 15" descr="meneviş mavisi, ekran görüntüsü, mavi, tasarım içeren bir resim&#10;&#10;Yapay zeka tarafından oluşturulmuş içerik yanlış olabilir.">
            <a:extLst>
              <a:ext uri="{FF2B5EF4-FFF2-40B4-BE49-F238E27FC236}">
                <a16:creationId xmlns:a16="http://schemas.microsoft.com/office/drawing/2014/main" id="{F817AD03-C95F-F643-C439-4F99C2CC2E92}"/>
              </a:ext>
            </a:extLst>
          </p:cNvPr>
          <p:cNvPicPr>
            <a:picLocks noChangeAspect="1"/>
          </p:cNvPicPr>
          <p:nvPr/>
        </p:nvPicPr>
        <p:blipFill>
          <a:blip r:embed="rId6"/>
          <a:srcRect b="53491"/>
          <a:stretch>
            <a:fillRect/>
          </a:stretch>
        </p:blipFill>
        <p:spPr>
          <a:xfrm>
            <a:off x="10396101" y="6145235"/>
            <a:ext cx="852455" cy="813705"/>
          </a:xfrm>
          <a:prstGeom prst="rect">
            <a:avLst/>
          </a:prstGeom>
        </p:spPr>
      </p:pic>
      <p:pic>
        <p:nvPicPr>
          <p:cNvPr id="18" name="Resim 17">
            <a:extLst>
              <a:ext uri="{FF2B5EF4-FFF2-40B4-BE49-F238E27FC236}">
                <a16:creationId xmlns:a16="http://schemas.microsoft.com/office/drawing/2014/main" id="{448BE85C-AE24-6771-BD9D-BCD6EE212A8C}"/>
              </a:ext>
            </a:extLst>
          </p:cNvPr>
          <p:cNvPicPr>
            <a:picLocks noChangeAspect="1"/>
          </p:cNvPicPr>
          <p:nvPr/>
        </p:nvPicPr>
        <p:blipFill>
          <a:blip r:embed="rId7" cstate="screen">
            <a:extLst>
              <a:ext uri="{28A0092B-C50C-407E-A947-70E740481C1C}">
                <a14:useLocalDpi xmlns:a14="http://schemas.microsoft.com/office/drawing/2010/main"/>
              </a:ext>
            </a:extLst>
          </a:blip>
          <a:stretch>
            <a:fillRect/>
          </a:stretch>
        </p:blipFill>
        <p:spPr>
          <a:xfrm>
            <a:off x="5386115" y="2400979"/>
            <a:ext cx="158570" cy="255232"/>
          </a:xfrm>
          <a:prstGeom prst="rect">
            <a:avLst/>
          </a:prstGeom>
        </p:spPr>
      </p:pic>
      <p:sp>
        <p:nvSpPr>
          <p:cNvPr id="19" name="Metin kutusu 18">
            <a:extLst>
              <a:ext uri="{FF2B5EF4-FFF2-40B4-BE49-F238E27FC236}">
                <a16:creationId xmlns:a16="http://schemas.microsoft.com/office/drawing/2014/main" id="{628E7331-9B9D-94A4-D2B9-5D2296CB9B65}"/>
              </a:ext>
            </a:extLst>
          </p:cNvPr>
          <p:cNvSpPr txBox="1"/>
          <p:nvPr/>
        </p:nvSpPr>
        <p:spPr>
          <a:xfrm>
            <a:off x="5544685" y="1537127"/>
            <a:ext cx="2465722" cy="400110"/>
          </a:xfrm>
          <a:prstGeom prst="rect">
            <a:avLst/>
          </a:prstGeom>
          <a:noFill/>
        </p:spPr>
        <p:txBody>
          <a:bodyPr wrap="square" rtlCol="0">
            <a:spAutoFit/>
          </a:bodyPr>
          <a:lstStyle/>
          <a:p>
            <a:r>
              <a:rPr lang="tr-TR" sz="2000" b="1" dirty="0">
                <a:solidFill>
                  <a:schemeClr val="bg1"/>
                </a:solidFill>
                <a:latin typeface="Calibri" panose="020F0502020204030204" pitchFamily="34" charset="0"/>
                <a:ea typeface="Calibri" panose="020F0502020204030204" pitchFamily="34" charset="0"/>
                <a:cs typeface="Calibri" panose="020F0502020204030204" pitchFamily="34" charset="0"/>
              </a:rPr>
              <a:t>Programın Amacı</a:t>
            </a:r>
          </a:p>
        </p:txBody>
      </p:sp>
      <p:sp>
        <p:nvSpPr>
          <p:cNvPr id="23" name="Metin kutusu 22">
            <a:extLst>
              <a:ext uri="{FF2B5EF4-FFF2-40B4-BE49-F238E27FC236}">
                <a16:creationId xmlns:a16="http://schemas.microsoft.com/office/drawing/2014/main" id="{1E4E76A4-652B-E1C8-B36A-8879A5561E24}"/>
              </a:ext>
            </a:extLst>
          </p:cNvPr>
          <p:cNvSpPr txBox="1"/>
          <p:nvPr/>
        </p:nvSpPr>
        <p:spPr>
          <a:xfrm>
            <a:off x="5632503" y="2354324"/>
            <a:ext cx="4244688" cy="338554"/>
          </a:xfrm>
          <a:prstGeom prst="rect">
            <a:avLst/>
          </a:prstGeom>
          <a:noFill/>
        </p:spPr>
        <p:txBody>
          <a:bodyPr wrap="none" rtlCol="0">
            <a:spAutoFit/>
          </a:bodyPr>
          <a:lstStyle/>
          <a:p>
            <a:pPr lvl="0" eaLnBrk="0" fontAlgn="base" hangingPunct="0">
              <a:spcBef>
                <a:spcPct val="0"/>
              </a:spcBef>
              <a:spcAft>
                <a:spcPct val="0"/>
              </a:spcAft>
            </a:pPr>
            <a:r>
              <a:rPr lang="tr-TR" altLang="tr-TR" sz="1600" dirty="0">
                <a:latin typeface="Calibri" panose="020F0502020204030204" pitchFamily="34" charset="0"/>
                <a:ea typeface="Calibri" panose="020F0502020204030204" pitchFamily="34" charset="0"/>
                <a:cs typeface="Calibri" panose="020F0502020204030204" pitchFamily="34" charset="0"/>
              </a:rPr>
              <a:t>Enerji sektöründeki yenilikçi fikirleri desteklemek</a:t>
            </a:r>
          </a:p>
        </p:txBody>
      </p:sp>
      <p:pic>
        <p:nvPicPr>
          <p:cNvPr id="31" name="Resim 30">
            <a:extLst>
              <a:ext uri="{FF2B5EF4-FFF2-40B4-BE49-F238E27FC236}">
                <a16:creationId xmlns:a16="http://schemas.microsoft.com/office/drawing/2014/main" id="{E47229F4-C7C3-5AA2-4BCB-BC23C957F321}"/>
              </a:ext>
            </a:extLst>
          </p:cNvPr>
          <p:cNvPicPr>
            <a:picLocks noChangeAspect="1"/>
          </p:cNvPicPr>
          <p:nvPr/>
        </p:nvPicPr>
        <p:blipFill>
          <a:blip r:embed="rId7" cstate="screen">
            <a:extLst>
              <a:ext uri="{28A0092B-C50C-407E-A947-70E740481C1C}">
                <a14:useLocalDpi xmlns:a14="http://schemas.microsoft.com/office/drawing/2010/main"/>
              </a:ext>
            </a:extLst>
          </a:blip>
          <a:stretch>
            <a:fillRect/>
          </a:stretch>
        </p:blipFill>
        <p:spPr>
          <a:xfrm>
            <a:off x="5386115" y="3026130"/>
            <a:ext cx="158570" cy="255232"/>
          </a:xfrm>
          <a:prstGeom prst="rect">
            <a:avLst/>
          </a:prstGeom>
        </p:spPr>
      </p:pic>
      <p:sp>
        <p:nvSpPr>
          <p:cNvPr id="33" name="Metin kutusu 32">
            <a:extLst>
              <a:ext uri="{FF2B5EF4-FFF2-40B4-BE49-F238E27FC236}">
                <a16:creationId xmlns:a16="http://schemas.microsoft.com/office/drawing/2014/main" id="{14B4007C-A7C4-04E3-BC90-DC2C9A63D99F}"/>
              </a:ext>
            </a:extLst>
          </p:cNvPr>
          <p:cNvSpPr txBox="1"/>
          <p:nvPr/>
        </p:nvSpPr>
        <p:spPr>
          <a:xfrm>
            <a:off x="5632503" y="2979475"/>
            <a:ext cx="6080319" cy="338554"/>
          </a:xfrm>
          <a:prstGeom prst="rect">
            <a:avLst/>
          </a:prstGeom>
          <a:noFill/>
        </p:spPr>
        <p:txBody>
          <a:bodyPr wrap="none" rtlCol="0">
            <a:spAutoFit/>
          </a:bodyPr>
          <a:lstStyle/>
          <a:p>
            <a:pPr lvl="0" eaLnBrk="0" fontAlgn="base" hangingPunct="0">
              <a:spcBef>
                <a:spcPct val="0"/>
              </a:spcBef>
              <a:spcAft>
                <a:spcPct val="0"/>
              </a:spcAft>
            </a:pPr>
            <a:r>
              <a:rPr lang="tr-TR" altLang="tr-TR" sz="1600" dirty="0">
                <a:latin typeface="Calibri" panose="020F0502020204030204" pitchFamily="34" charset="0"/>
                <a:ea typeface="Calibri" panose="020F0502020204030204" pitchFamily="34" charset="0"/>
                <a:cs typeface="Calibri" panose="020F0502020204030204" pitchFamily="34" charset="0"/>
              </a:rPr>
              <a:t>Girişimcileri, öğrencileri ve teknoloji geliştiricileri sektörle buluşturmak </a:t>
            </a:r>
          </a:p>
        </p:txBody>
      </p:sp>
      <p:cxnSp>
        <p:nvCxnSpPr>
          <p:cNvPr id="36" name="Düz Bağlayıcı 35">
            <a:extLst>
              <a:ext uri="{FF2B5EF4-FFF2-40B4-BE49-F238E27FC236}">
                <a16:creationId xmlns:a16="http://schemas.microsoft.com/office/drawing/2014/main" id="{6C992FB0-DB5D-1994-1AC8-63142730AC8F}"/>
              </a:ext>
            </a:extLst>
          </p:cNvPr>
          <p:cNvCxnSpPr>
            <a:cxnSpLocks/>
          </p:cNvCxnSpPr>
          <p:nvPr/>
        </p:nvCxnSpPr>
        <p:spPr>
          <a:xfrm>
            <a:off x="5386114" y="3495721"/>
            <a:ext cx="5540033" cy="0"/>
          </a:xfrm>
          <a:prstGeom prst="line">
            <a:avLst/>
          </a:prstGeom>
          <a:ln w="12700">
            <a:prstDash val="dash"/>
          </a:ln>
        </p:spPr>
        <p:style>
          <a:lnRef idx="1">
            <a:schemeClr val="accent1"/>
          </a:lnRef>
          <a:fillRef idx="0">
            <a:schemeClr val="accent1"/>
          </a:fillRef>
          <a:effectRef idx="0">
            <a:schemeClr val="accent1"/>
          </a:effectRef>
          <a:fontRef idx="minor">
            <a:schemeClr val="tx1"/>
          </a:fontRef>
        </p:style>
      </p:cxnSp>
      <p:pic>
        <p:nvPicPr>
          <p:cNvPr id="37" name="Resim 36">
            <a:extLst>
              <a:ext uri="{FF2B5EF4-FFF2-40B4-BE49-F238E27FC236}">
                <a16:creationId xmlns:a16="http://schemas.microsoft.com/office/drawing/2014/main" id="{D1E95B10-B243-A01E-3BF7-EBCEAB01A8D9}"/>
              </a:ext>
            </a:extLst>
          </p:cNvPr>
          <p:cNvPicPr>
            <a:picLocks noChangeAspect="1"/>
          </p:cNvPicPr>
          <p:nvPr/>
        </p:nvPicPr>
        <p:blipFill>
          <a:blip r:embed="rId7" cstate="screen">
            <a:extLst>
              <a:ext uri="{28A0092B-C50C-407E-A947-70E740481C1C}">
                <a14:useLocalDpi xmlns:a14="http://schemas.microsoft.com/office/drawing/2010/main"/>
              </a:ext>
            </a:extLst>
          </a:blip>
          <a:stretch>
            <a:fillRect/>
          </a:stretch>
        </p:blipFill>
        <p:spPr>
          <a:xfrm>
            <a:off x="5386115" y="3688603"/>
            <a:ext cx="158570" cy="255232"/>
          </a:xfrm>
          <a:prstGeom prst="rect">
            <a:avLst/>
          </a:prstGeom>
        </p:spPr>
      </p:pic>
      <p:sp>
        <p:nvSpPr>
          <p:cNvPr id="38" name="Metin kutusu 37">
            <a:extLst>
              <a:ext uri="{FF2B5EF4-FFF2-40B4-BE49-F238E27FC236}">
                <a16:creationId xmlns:a16="http://schemas.microsoft.com/office/drawing/2014/main" id="{274F575B-D38A-F3B8-E33B-F2ACBC753A4E}"/>
              </a:ext>
            </a:extLst>
          </p:cNvPr>
          <p:cNvSpPr txBox="1"/>
          <p:nvPr/>
        </p:nvSpPr>
        <p:spPr>
          <a:xfrm>
            <a:off x="5632503" y="3641948"/>
            <a:ext cx="3560462" cy="338554"/>
          </a:xfrm>
          <a:prstGeom prst="rect">
            <a:avLst/>
          </a:prstGeom>
          <a:noFill/>
        </p:spPr>
        <p:txBody>
          <a:bodyPr wrap="none" rtlCol="0">
            <a:spAutoFit/>
          </a:bodyPr>
          <a:lstStyle/>
          <a:p>
            <a:pPr lvl="0" eaLnBrk="0" fontAlgn="base" hangingPunct="0">
              <a:spcBef>
                <a:spcPct val="0"/>
              </a:spcBef>
              <a:spcAft>
                <a:spcPct val="0"/>
              </a:spcAft>
            </a:pPr>
            <a:r>
              <a:rPr lang="tr-TR" altLang="tr-TR" sz="1600" dirty="0">
                <a:latin typeface="Calibri" panose="020F0502020204030204" pitchFamily="34" charset="0"/>
                <a:ea typeface="Calibri" panose="020F0502020204030204" pitchFamily="34" charset="0"/>
                <a:cs typeface="Calibri" panose="020F0502020204030204" pitchFamily="34" charset="0"/>
              </a:rPr>
              <a:t>Gerçek iş problemlerine çözüm üretmek </a:t>
            </a:r>
          </a:p>
        </p:txBody>
      </p:sp>
      <p:pic>
        <p:nvPicPr>
          <p:cNvPr id="41" name="Resim 40">
            <a:extLst>
              <a:ext uri="{FF2B5EF4-FFF2-40B4-BE49-F238E27FC236}">
                <a16:creationId xmlns:a16="http://schemas.microsoft.com/office/drawing/2014/main" id="{99C2F6A1-BF5E-0410-4719-E59B85199428}"/>
              </a:ext>
            </a:extLst>
          </p:cNvPr>
          <p:cNvPicPr>
            <a:picLocks noChangeAspect="1"/>
          </p:cNvPicPr>
          <p:nvPr/>
        </p:nvPicPr>
        <p:blipFill>
          <a:blip r:embed="rId7" cstate="screen">
            <a:extLst>
              <a:ext uri="{28A0092B-C50C-407E-A947-70E740481C1C}">
                <a14:useLocalDpi xmlns:a14="http://schemas.microsoft.com/office/drawing/2010/main"/>
              </a:ext>
            </a:extLst>
          </a:blip>
          <a:stretch>
            <a:fillRect/>
          </a:stretch>
        </p:blipFill>
        <p:spPr>
          <a:xfrm>
            <a:off x="5386115" y="4295093"/>
            <a:ext cx="158570" cy="255232"/>
          </a:xfrm>
          <a:prstGeom prst="rect">
            <a:avLst/>
          </a:prstGeom>
        </p:spPr>
      </p:pic>
      <p:sp>
        <p:nvSpPr>
          <p:cNvPr id="42" name="Metin kutusu 41">
            <a:extLst>
              <a:ext uri="{FF2B5EF4-FFF2-40B4-BE49-F238E27FC236}">
                <a16:creationId xmlns:a16="http://schemas.microsoft.com/office/drawing/2014/main" id="{AAA1B82A-6302-A387-BC3B-9CFF3DA65F43}"/>
              </a:ext>
            </a:extLst>
          </p:cNvPr>
          <p:cNvSpPr txBox="1"/>
          <p:nvPr/>
        </p:nvSpPr>
        <p:spPr>
          <a:xfrm>
            <a:off x="5632503" y="4248438"/>
            <a:ext cx="3815853" cy="338554"/>
          </a:xfrm>
          <a:prstGeom prst="rect">
            <a:avLst/>
          </a:prstGeom>
          <a:noFill/>
        </p:spPr>
        <p:txBody>
          <a:bodyPr wrap="none" rtlCol="0">
            <a:spAutoFit/>
          </a:bodyPr>
          <a:lstStyle/>
          <a:p>
            <a:pPr lvl="0" eaLnBrk="0" fontAlgn="base" hangingPunct="0">
              <a:spcBef>
                <a:spcPct val="0"/>
              </a:spcBef>
              <a:spcAft>
                <a:spcPct val="0"/>
              </a:spcAft>
            </a:pPr>
            <a:r>
              <a:rPr lang="tr-TR" altLang="tr-TR" sz="1600" dirty="0">
                <a:latin typeface="Calibri" panose="020F0502020204030204" pitchFamily="34" charset="0"/>
                <a:ea typeface="Calibri" panose="020F0502020204030204" pitchFamily="34" charset="0"/>
                <a:cs typeface="Calibri" panose="020F0502020204030204" pitchFamily="34" charset="0"/>
              </a:rPr>
              <a:t>Dijital ve veri odaklı çözümleri teşvik etmek </a:t>
            </a:r>
          </a:p>
        </p:txBody>
      </p:sp>
      <p:pic>
        <p:nvPicPr>
          <p:cNvPr id="44" name="Resim 43">
            <a:extLst>
              <a:ext uri="{FF2B5EF4-FFF2-40B4-BE49-F238E27FC236}">
                <a16:creationId xmlns:a16="http://schemas.microsoft.com/office/drawing/2014/main" id="{38F5D70E-5237-FC5D-998F-57E877BEC625}"/>
              </a:ext>
            </a:extLst>
          </p:cNvPr>
          <p:cNvPicPr>
            <a:picLocks noChangeAspect="1"/>
          </p:cNvPicPr>
          <p:nvPr/>
        </p:nvPicPr>
        <p:blipFill>
          <a:blip r:embed="rId7" cstate="screen">
            <a:extLst>
              <a:ext uri="{28A0092B-C50C-407E-A947-70E740481C1C}">
                <a14:useLocalDpi xmlns:a14="http://schemas.microsoft.com/office/drawing/2010/main"/>
              </a:ext>
            </a:extLst>
          </a:blip>
          <a:stretch>
            <a:fillRect/>
          </a:stretch>
        </p:blipFill>
        <p:spPr>
          <a:xfrm>
            <a:off x="5386115" y="4938906"/>
            <a:ext cx="158570" cy="255232"/>
          </a:xfrm>
          <a:prstGeom prst="rect">
            <a:avLst/>
          </a:prstGeom>
        </p:spPr>
      </p:pic>
      <p:sp>
        <p:nvSpPr>
          <p:cNvPr id="45" name="Metin kutusu 44">
            <a:extLst>
              <a:ext uri="{FF2B5EF4-FFF2-40B4-BE49-F238E27FC236}">
                <a16:creationId xmlns:a16="http://schemas.microsoft.com/office/drawing/2014/main" id="{4729E8EC-DC7C-E326-AB5B-FC02621EDC85}"/>
              </a:ext>
            </a:extLst>
          </p:cNvPr>
          <p:cNvSpPr txBox="1"/>
          <p:nvPr/>
        </p:nvSpPr>
        <p:spPr>
          <a:xfrm>
            <a:off x="5632503" y="4892251"/>
            <a:ext cx="5058885" cy="338554"/>
          </a:xfrm>
          <a:prstGeom prst="rect">
            <a:avLst/>
          </a:prstGeom>
          <a:noFill/>
        </p:spPr>
        <p:txBody>
          <a:bodyPr wrap="none" rtlCol="0">
            <a:spAutoFit/>
          </a:bodyPr>
          <a:lstStyle/>
          <a:p>
            <a:pPr lvl="0" eaLnBrk="0" fontAlgn="base" hangingPunct="0">
              <a:spcBef>
                <a:spcPct val="0"/>
              </a:spcBef>
              <a:spcAft>
                <a:spcPct val="0"/>
              </a:spcAft>
            </a:pPr>
            <a:r>
              <a:rPr lang="tr-TR" altLang="tr-TR" sz="1600" dirty="0">
                <a:latin typeface="Calibri" panose="020F0502020204030204" pitchFamily="34" charset="0"/>
                <a:ea typeface="Calibri" panose="020F0502020204030204" pitchFamily="34" charset="0"/>
                <a:cs typeface="Calibri" panose="020F0502020204030204" pitchFamily="34" charset="0"/>
              </a:rPr>
              <a:t>Başarılı fikirlerin uygulamaya dönüşmesine fırsat sağlamak </a:t>
            </a:r>
          </a:p>
        </p:txBody>
      </p:sp>
      <p:cxnSp>
        <p:nvCxnSpPr>
          <p:cNvPr id="57" name="Düz Bağlayıcı 56">
            <a:extLst>
              <a:ext uri="{FF2B5EF4-FFF2-40B4-BE49-F238E27FC236}">
                <a16:creationId xmlns:a16="http://schemas.microsoft.com/office/drawing/2014/main" id="{2826C8F9-5095-E822-860A-E461B8A6F684}"/>
              </a:ext>
            </a:extLst>
          </p:cNvPr>
          <p:cNvCxnSpPr>
            <a:cxnSpLocks/>
          </p:cNvCxnSpPr>
          <p:nvPr/>
        </p:nvCxnSpPr>
        <p:spPr>
          <a:xfrm>
            <a:off x="5386114" y="4092881"/>
            <a:ext cx="5540033" cy="0"/>
          </a:xfrm>
          <a:prstGeom prst="line">
            <a:avLst/>
          </a:prstGeom>
          <a:ln w="12700">
            <a:prstDash val="dash"/>
          </a:ln>
        </p:spPr>
        <p:style>
          <a:lnRef idx="1">
            <a:schemeClr val="accent1"/>
          </a:lnRef>
          <a:fillRef idx="0">
            <a:schemeClr val="accent1"/>
          </a:fillRef>
          <a:effectRef idx="0">
            <a:schemeClr val="accent1"/>
          </a:effectRef>
          <a:fontRef idx="minor">
            <a:schemeClr val="tx1"/>
          </a:fontRef>
        </p:style>
      </p:cxnSp>
      <p:cxnSp>
        <p:nvCxnSpPr>
          <p:cNvPr id="59" name="Düz Bağlayıcı 58">
            <a:extLst>
              <a:ext uri="{FF2B5EF4-FFF2-40B4-BE49-F238E27FC236}">
                <a16:creationId xmlns:a16="http://schemas.microsoft.com/office/drawing/2014/main" id="{F67DD74D-0013-B541-6052-7B4C230A2153}"/>
              </a:ext>
            </a:extLst>
          </p:cNvPr>
          <p:cNvCxnSpPr>
            <a:cxnSpLocks/>
          </p:cNvCxnSpPr>
          <p:nvPr/>
        </p:nvCxnSpPr>
        <p:spPr>
          <a:xfrm>
            <a:off x="5386114" y="4746024"/>
            <a:ext cx="5540033" cy="0"/>
          </a:xfrm>
          <a:prstGeom prst="line">
            <a:avLst/>
          </a:prstGeom>
          <a:ln w="12700">
            <a:prstDash val="dash"/>
          </a:ln>
        </p:spPr>
        <p:style>
          <a:lnRef idx="1">
            <a:schemeClr val="accent1"/>
          </a:lnRef>
          <a:fillRef idx="0">
            <a:schemeClr val="accent1"/>
          </a:fillRef>
          <a:effectRef idx="0">
            <a:schemeClr val="accent1"/>
          </a:effectRef>
          <a:fontRef idx="minor">
            <a:schemeClr val="tx1"/>
          </a:fontRef>
        </p:style>
      </p:cxnSp>
      <p:cxnSp>
        <p:nvCxnSpPr>
          <p:cNvPr id="67" name="Düz Bağlayıcı 66">
            <a:extLst>
              <a:ext uri="{FF2B5EF4-FFF2-40B4-BE49-F238E27FC236}">
                <a16:creationId xmlns:a16="http://schemas.microsoft.com/office/drawing/2014/main" id="{54ED8D0F-F592-52E3-EA22-094D2D7A721D}"/>
              </a:ext>
            </a:extLst>
          </p:cNvPr>
          <p:cNvCxnSpPr>
            <a:cxnSpLocks/>
          </p:cNvCxnSpPr>
          <p:nvPr/>
        </p:nvCxnSpPr>
        <p:spPr>
          <a:xfrm>
            <a:off x="5386114" y="2833248"/>
            <a:ext cx="5540033" cy="0"/>
          </a:xfrm>
          <a:prstGeom prst="line">
            <a:avLst/>
          </a:prstGeom>
          <a:ln w="12700">
            <a:prstDash val="dash"/>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735957174"/>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with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fade">
                                      <p:cBhvr>
                                        <p:cTn id="7" dur="1000"/>
                                        <p:tgtEl>
                                          <p:spTgt spid="15"/>
                                        </p:tgtEl>
                                      </p:cBhvr>
                                    </p:animEffect>
                                    <p:anim calcmode="lin" valueType="num">
                                      <p:cBhvr>
                                        <p:cTn id="8" dur="1000" fill="hold"/>
                                        <p:tgtEl>
                                          <p:spTgt spid="15"/>
                                        </p:tgtEl>
                                        <p:attrNameLst>
                                          <p:attrName>ppt_x</p:attrName>
                                        </p:attrNameLst>
                                      </p:cBhvr>
                                      <p:tavLst>
                                        <p:tav tm="0">
                                          <p:val>
                                            <p:strVal val="#ppt_x"/>
                                          </p:val>
                                        </p:tav>
                                        <p:tav tm="100000">
                                          <p:val>
                                            <p:strVal val="#ppt_x"/>
                                          </p:val>
                                        </p:tav>
                                      </p:tavLst>
                                    </p:anim>
                                    <p:anim calcmode="lin" valueType="num">
                                      <p:cBhvr>
                                        <p:cTn id="9" dur="1000" fill="hold"/>
                                        <p:tgtEl>
                                          <p:spTgt spid="15"/>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14"/>
                                        </p:tgtEl>
                                        <p:attrNameLst>
                                          <p:attrName>style.visibility</p:attrName>
                                        </p:attrNameLst>
                                      </p:cBhvr>
                                      <p:to>
                                        <p:strVal val="visible"/>
                                      </p:to>
                                    </p:set>
                                    <p:animEffect transition="in" filter="fade">
                                      <p:cBhvr>
                                        <p:cTn id="12" dur="1000"/>
                                        <p:tgtEl>
                                          <p:spTgt spid="14"/>
                                        </p:tgtEl>
                                      </p:cBhvr>
                                    </p:animEffect>
                                    <p:anim calcmode="lin" valueType="num">
                                      <p:cBhvr>
                                        <p:cTn id="13" dur="1000" fill="hold"/>
                                        <p:tgtEl>
                                          <p:spTgt spid="14"/>
                                        </p:tgtEl>
                                        <p:attrNameLst>
                                          <p:attrName>ppt_x</p:attrName>
                                        </p:attrNameLst>
                                      </p:cBhvr>
                                      <p:tavLst>
                                        <p:tav tm="0">
                                          <p:val>
                                            <p:strVal val="#ppt_x"/>
                                          </p:val>
                                        </p:tav>
                                        <p:tav tm="100000">
                                          <p:val>
                                            <p:strVal val="#ppt_x"/>
                                          </p:val>
                                        </p:tav>
                                      </p:tavLst>
                                    </p:anim>
                                    <p:anim calcmode="lin" valueType="num">
                                      <p:cBhvr>
                                        <p:cTn id="14" dur="1000" fill="hold"/>
                                        <p:tgtEl>
                                          <p:spTgt spid="14"/>
                                        </p:tgtEl>
                                        <p:attrNameLst>
                                          <p:attrName>ppt_y</p:attrName>
                                        </p:attrNameLst>
                                      </p:cBhvr>
                                      <p:tavLst>
                                        <p:tav tm="0">
                                          <p:val>
                                            <p:strVal val="#ppt_y+.1"/>
                                          </p:val>
                                        </p:tav>
                                        <p:tav tm="100000">
                                          <p:val>
                                            <p:strVal val="#ppt_y"/>
                                          </p:val>
                                        </p:tav>
                                      </p:tavLst>
                                    </p:anim>
                                  </p:childTnLst>
                                </p:cTn>
                              </p:par>
                              <p:par>
                                <p:cTn id="15" presetID="42" presetClass="entr" presetSubtype="0" fill="hold" nodeType="withEffect">
                                  <p:stCondLst>
                                    <p:cond delay="0"/>
                                  </p:stCondLst>
                                  <p:childTnLst>
                                    <p:set>
                                      <p:cBhvr>
                                        <p:cTn id="16" dur="1" fill="hold">
                                          <p:stCondLst>
                                            <p:cond delay="0"/>
                                          </p:stCondLst>
                                        </p:cTn>
                                        <p:tgtEl>
                                          <p:spTgt spid="16"/>
                                        </p:tgtEl>
                                        <p:attrNameLst>
                                          <p:attrName>style.visibility</p:attrName>
                                        </p:attrNameLst>
                                      </p:cBhvr>
                                      <p:to>
                                        <p:strVal val="visible"/>
                                      </p:to>
                                    </p:set>
                                    <p:animEffect transition="in" filter="fade">
                                      <p:cBhvr>
                                        <p:cTn id="17" dur="1000"/>
                                        <p:tgtEl>
                                          <p:spTgt spid="16"/>
                                        </p:tgtEl>
                                      </p:cBhvr>
                                    </p:animEffect>
                                    <p:anim calcmode="lin" valueType="num">
                                      <p:cBhvr>
                                        <p:cTn id="18" dur="1000" fill="hold"/>
                                        <p:tgtEl>
                                          <p:spTgt spid="16"/>
                                        </p:tgtEl>
                                        <p:attrNameLst>
                                          <p:attrName>ppt_x</p:attrName>
                                        </p:attrNameLst>
                                      </p:cBhvr>
                                      <p:tavLst>
                                        <p:tav tm="0">
                                          <p:val>
                                            <p:strVal val="#ppt_x"/>
                                          </p:val>
                                        </p:tav>
                                        <p:tav tm="100000">
                                          <p:val>
                                            <p:strVal val="#ppt_x"/>
                                          </p:val>
                                        </p:tav>
                                      </p:tavLst>
                                    </p:anim>
                                    <p:anim calcmode="lin" valueType="num">
                                      <p:cBhvr>
                                        <p:cTn id="19" dur="1000" fill="hold"/>
                                        <p:tgtEl>
                                          <p:spTgt spid="1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577982-B21D-F204-4799-86B4964B09E6}"/>
            </a:ext>
          </a:extLst>
        </p:cNvPr>
        <p:cNvGrpSpPr/>
        <p:nvPr/>
      </p:nvGrpSpPr>
      <p:grpSpPr>
        <a:xfrm>
          <a:off x="0" y="0"/>
          <a:ext cx="0" cy="0"/>
          <a:chOff x="0" y="0"/>
          <a:chExt cx="0" cy="0"/>
        </a:xfrm>
      </p:grpSpPr>
      <p:sp>
        <p:nvSpPr>
          <p:cNvPr id="22" name="Yuvarlatılmış Dikdörtgen 21">
            <a:extLst>
              <a:ext uri="{FF2B5EF4-FFF2-40B4-BE49-F238E27FC236}">
                <a16:creationId xmlns:a16="http://schemas.microsoft.com/office/drawing/2014/main" id="{E0ABC26C-D88E-7F88-9285-E36472CF82A8}"/>
              </a:ext>
            </a:extLst>
          </p:cNvPr>
          <p:cNvSpPr/>
          <p:nvPr/>
        </p:nvSpPr>
        <p:spPr>
          <a:xfrm>
            <a:off x="5437465" y="2321915"/>
            <a:ext cx="2465722" cy="517002"/>
          </a:xfrm>
          <a:prstGeom prst="roundRect">
            <a:avLst/>
          </a:prstGeom>
          <a:solidFill>
            <a:srgbClr val="FC661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tr-TR" sz="1600"/>
          </a:p>
        </p:txBody>
      </p:sp>
      <p:sp>
        <p:nvSpPr>
          <p:cNvPr id="34" name="Title 1">
            <a:extLst>
              <a:ext uri="{FF2B5EF4-FFF2-40B4-BE49-F238E27FC236}">
                <a16:creationId xmlns:a16="http://schemas.microsoft.com/office/drawing/2014/main" id="{B4512314-6EA5-BE8D-FCB6-6DBCEBBFD682}"/>
              </a:ext>
            </a:extLst>
          </p:cNvPr>
          <p:cNvSpPr txBox="1">
            <a:spLocks/>
          </p:cNvSpPr>
          <p:nvPr/>
        </p:nvSpPr>
        <p:spPr>
          <a:xfrm>
            <a:off x="602194" y="1105740"/>
            <a:ext cx="8205904" cy="517001"/>
          </a:xfrm>
          <a:prstGeom prst="rect">
            <a:avLst/>
          </a:prstGeom>
        </p:spPr>
        <p:txBody>
          <a:bodyPr wrap="square" lIns="0" tIns="0" rIns="0" bIns="0">
            <a:spAutoFit/>
          </a:bodyPr>
          <a:lstStyle>
            <a:defPPr>
              <a:defRPr lang="en-US"/>
            </a:defPPr>
            <a:lvl1pPr defTabSz="1828800">
              <a:lnSpc>
                <a:spcPct val="90000"/>
              </a:lnSpc>
              <a:spcBef>
                <a:spcPct val="0"/>
              </a:spcBef>
              <a:buNone/>
              <a:defRPr sz="3200" b="1" cap="none" spc="-38" baseline="0">
                <a:latin typeface="Gilroy-RegularItalic" pitchFamily="2" charset="0"/>
                <a:ea typeface="Open Sans" panose="020B0606030504020204" pitchFamily="34" charset="0"/>
                <a:cs typeface="Open Sans" panose="020B0606030504020204" pitchFamily="34" charset="0"/>
              </a:defRPr>
            </a:lvl1pPr>
          </a:lstStyle>
          <a:p>
            <a:pPr defTabSz="2438339"/>
            <a:r>
              <a:rPr lang="tr-TR" sz="3733" spc="-51" dirty="0" err="1">
                <a:solidFill>
                  <a:srgbClr val="003CA6"/>
                </a:solidFill>
                <a:latin typeface="Calibri" panose="020F0502020204030204" pitchFamily="34" charset="0"/>
                <a:ea typeface="Calibri" panose="020F0502020204030204" pitchFamily="34" charset="0"/>
                <a:cs typeface="Calibri" panose="020F0502020204030204" pitchFamily="34" charset="0"/>
              </a:rPr>
              <a:t>Hackathon'un</a:t>
            </a:r>
            <a:r>
              <a:rPr lang="tr-TR" sz="3733" spc="-51" dirty="0">
                <a:solidFill>
                  <a:srgbClr val="003CA6"/>
                </a:solidFill>
                <a:latin typeface="Calibri" panose="020F0502020204030204" pitchFamily="34" charset="0"/>
                <a:ea typeface="Calibri" panose="020F0502020204030204" pitchFamily="34" charset="0"/>
                <a:cs typeface="Calibri" panose="020F0502020204030204" pitchFamily="34" charset="0"/>
              </a:rPr>
              <a:t> Grid Up İçindeki Yeri</a:t>
            </a:r>
          </a:p>
        </p:txBody>
      </p:sp>
      <p:cxnSp>
        <p:nvCxnSpPr>
          <p:cNvPr id="40" name="Straight Connector 4">
            <a:extLst>
              <a:ext uri="{FF2B5EF4-FFF2-40B4-BE49-F238E27FC236}">
                <a16:creationId xmlns:a16="http://schemas.microsoft.com/office/drawing/2014/main" id="{F3F8E60D-1F59-9A4C-3F17-98E1BB20CAF1}"/>
              </a:ext>
            </a:extLst>
          </p:cNvPr>
          <p:cNvCxnSpPr>
            <a:cxnSpLocks/>
          </p:cNvCxnSpPr>
          <p:nvPr/>
        </p:nvCxnSpPr>
        <p:spPr>
          <a:xfrm>
            <a:off x="660702" y="1958027"/>
            <a:ext cx="672767" cy="0"/>
          </a:xfrm>
          <a:prstGeom prst="line">
            <a:avLst/>
          </a:prstGeom>
          <a:ln w="76200" cap="rnd">
            <a:gradFill flip="none" rotWithShape="1">
              <a:gsLst>
                <a:gs pos="53000">
                  <a:schemeClr val="accent1"/>
                </a:gs>
                <a:gs pos="99000">
                  <a:srgbClr val="D31467"/>
                </a:gs>
              </a:gsLst>
              <a:lin ang="18900000" scaled="1"/>
              <a:tileRect/>
            </a:gradFill>
            <a:round/>
          </a:ln>
        </p:spPr>
        <p:style>
          <a:lnRef idx="1">
            <a:schemeClr val="accent1"/>
          </a:lnRef>
          <a:fillRef idx="0">
            <a:schemeClr val="accent1"/>
          </a:fillRef>
          <a:effectRef idx="0">
            <a:schemeClr val="accent1"/>
          </a:effectRef>
          <a:fontRef idx="minor">
            <a:schemeClr val="tx1"/>
          </a:fontRef>
        </p:style>
      </p:cxnSp>
      <p:sp>
        <p:nvSpPr>
          <p:cNvPr id="4" name="Dikdörtgen 3">
            <a:extLst>
              <a:ext uri="{FF2B5EF4-FFF2-40B4-BE49-F238E27FC236}">
                <a16:creationId xmlns:a16="http://schemas.microsoft.com/office/drawing/2014/main" id="{6F25C937-5F1F-71F4-E5A6-51DB32C29897}"/>
              </a:ext>
            </a:extLst>
          </p:cNvPr>
          <p:cNvSpPr/>
          <p:nvPr/>
        </p:nvSpPr>
        <p:spPr>
          <a:xfrm>
            <a:off x="504061" y="2168442"/>
            <a:ext cx="4560229" cy="2554545"/>
          </a:xfrm>
          <a:prstGeom prst="rect">
            <a:avLst/>
          </a:prstGeom>
        </p:spPr>
        <p:txBody>
          <a:bodyPr wrap="square">
            <a:spAutoFit/>
          </a:bodyPr>
          <a:lstStyle/>
          <a:p>
            <a:pPr defTabSz="1219170">
              <a:defRPr/>
            </a:pPr>
            <a:r>
              <a:rPr lang="tr-TR" sz="1600" dirty="0">
                <a:solidFill>
                  <a:srgbClr val="000000"/>
                </a:solidFill>
              </a:rPr>
              <a:t>•Hackathon, Grid Up Hızlandırma Programının donanım ve yazılımı birlikte içeren, uçtan uca çözüm alanıdır.</a:t>
            </a:r>
          </a:p>
          <a:p>
            <a:pPr defTabSz="1219170">
              <a:defRPr/>
            </a:pPr>
            <a:endParaRPr lang="tr-TR" sz="1600" dirty="0">
              <a:solidFill>
                <a:srgbClr val="000000"/>
              </a:solidFill>
            </a:endParaRPr>
          </a:p>
          <a:p>
            <a:pPr defTabSz="1219170">
              <a:defRPr/>
            </a:pPr>
            <a:r>
              <a:rPr lang="tr-TR" sz="1600" dirty="0">
                <a:solidFill>
                  <a:srgbClr val="000000"/>
                </a:solidFill>
              </a:rPr>
              <a:t>• Katılımcılar, sahadan gelen gerçek bir operasyonel probleme elektronik tasarım, gömülü yazılım ve veri çözümleriyle yanıt verir.</a:t>
            </a:r>
          </a:p>
          <a:p>
            <a:pPr defTabSz="1219170">
              <a:defRPr/>
            </a:pPr>
            <a:endParaRPr lang="tr-TR" sz="1600" dirty="0">
              <a:solidFill>
                <a:srgbClr val="000000"/>
              </a:solidFill>
            </a:endParaRPr>
          </a:p>
          <a:p>
            <a:pPr defTabSz="1219170">
              <a:defRPr/>
            </a:pPr>
            <a:r>
              <a:rPr lang="tr-TR" sz="1600" dirty="0">
                <a:solidFill>
                  <a:srgbClr val="000000"/>
                </a:solidFill>
              </a:rPr>
              <a:t>• Fiziksel prototip, veri akışı ve merkezi izleme altyapısı bir araya gelir.</a:t>
            </a:r>
          </a:p>
        </p:txBody>
      </p:sp>
      <p:pic>
        <p:nvPicPr>
          <p:cNvPr id="5" name="Resim 4" descr="yazı tipi, grafik, grafik tasarım, metin içeren bir resim&#10;&#10;Yapay zeka tarafından oluşturulmuş içerik yanlış olabilir.">
            <a:extLst>
              <a:ext uri="{FF2B5EF4-FFF2-40B4-BE49-F238E27FC236}">
                <a16:creationId xmlns:a16="http://schemas.microsoft.com/office/drawing/2014/main" id="{100EDD49-EE9F-DCCA-8168-E5F0BB607DD3}"/>
              </a:ext>
            </a:extLst>
          </p:cNvPr>
          <p:cNvPicPr>
            <a:picLocks noChangeAspect="1"/>
          </p:cNvPicPr>
          <p:nvPr/>
        </p:nvPicPr>
        <p:blipFill>
          <a:blip r:embed="rId2"/>
          <a:stretch>
            <a:fillRect/>
          </a:stretch>
        </p:blipFill>
        <p:spPr>
          <a:xfrm>
            <a:off x="10048240" y="427446"/>
            <a:ext cx="1649518" cy="568557"/>
          </a:xfrm>
          <a:prstGeom prst="rect">
            <a:avLst/>
          </a:prstGeom>
        </p:spPr>
      </p:pic>
      <p:pic>
        <p:nvPicPr>
          <p:cNvPr id="12" name="Resim 11" descr="metin, yazı tipi, grafik, poster içeren bir resim&#10;&#10;Yapay zeka tarafından oluşturulmuş içerik yanlış olabilir.">
            <a:extLst>
              <a:ext uri="{FF2B5EF4-FFF2-40B4-BE49-F238E27FC236}">
                <a16:creationId xmlns:a16="http://schemas.microsoft.com/office/drawing/2014/main" id="{74B71F92-FB28-A5F2-503C-AB3FD08B3994}"/>
              </a:ext>
            </a:extLst>
          </p:cNvPr>
          <p:cNvPicPr>
            <a:picLocks noChangeAspect="1"/>
          </p:cNvPicPr>
          <p:nvPr/>
        </p:nvPicPr>
        <p:blipFill>
          <a:blip r:embed="rId3"/>
          <a:stretch>
            <a:fillRect/>
          </a:stretch>
        </p:blipFill>
        <p:spPr>
          <a:xfrm>
            <a:off x="598430" y="5487444"/>
            <a:ext cx="832805" cy="943110"/>
          </a:xfrm>
          <a:prstGeom prst="rect">
            <a:avLst/>
          </a:prstGeom>
        </p:spPr>
      </p:pic>
      <p:pic>
        <p:nvPicPr>
          <p:cNvPr id="14" name="Resim 13" descr="portakal, turuncu, tasarım, yaratıcılık içeren bir resim&#10;&#10;Yapay zeka tarafından oluşturulmuş içerik yanlış olabilir.">
            <a:extLst>
              <a:ext uri="{FF2B5EF4-FFF2-40B4-BE49-F238E27FC236}">
                <a16:creationId xmlns:a16="http://schemas.microsoft.com/office/drawing/2014/main" id="{62C707EE-C031-7E23-42F3-A528072DFA65}"/>
              </a:ext>
            </a:extLst>
          </p:cNvPr>
          <p:cNvPicPr>
            <a:picLocks noChangeAspect="1"/>
          </p:cNvPicPr>
          <p:nvPr/>
        </p:nvPicPr>
        <p:blipFill>
          <a:blip r:embed="rId4"/>
          <a:srcRect b="52813"/>
          <a:stretch>
            <a:fillRect/>
          </a:stretch>
        </p:blipFill>
        <p:spPr>
          <a:xfrm>
            <a:off x="10212945" y="4983075"/>
            <a:ext cx="2040280" cy="1975865"/>
          </a:xfrm>
          <a:prstGeom prst="rect">
            <a:avLst/>
          </a:prstGeom>
        </p:spPr>
      </p:pic>
      <p:pic>
        <p:nvPicPr>
          <p:cNvPr id="15" name="Resim 14" descr="yeşil, tasarım içeren bir resim&#10;&#10;Yapay zeka tarafından oluşturulmuş içerik yanlış olabilir.">
            <a:extLst>
              <a:ext uri="{FF2B5EF4-FFF2-40B4-BE49-F238E27FC236}">
                <a16:creationId xmlns:a16="http://schemas.microsoft.com/office/drawing/2014/main" id="{A1FA62F0-F901-6246-B00B-7B859A12D217}"/>
              </a:ext>
            </a:extLst>
          </p:cNvPr>
          <p:cNvPicPr>
            <a:picLocks noChangeAspect="1"/>
          </p:cNvPicPr>
          <p:nvPr/>
        </p:nvPicPr>
        <p:blipFill>
          <a:blip r:embed="rId5"/>
          <a:srcRect b="20626"/>
          <a:stretch>
            <a:fillRect/>
          </a:stretch>
        </p:blipFill>
        <p:spPr>
          <a:xfrm>
            <a:off x="11513820" y="5297122"/>
            <a:ext cx="1020296" cy="1661818"/>
          </a:xfrm>
          <a:prstGeom prst="rect">
            <a:avLst/>
          </a:prstGeom>
        </p:spPr>
      </p:pic>
      <p:pic>
        <p:nvPicPr>
          <p:cNvPr id="16" name="Resim 15" descr="meneviş mavisi, ekran görüntüsü, mavi, tasarım içeren bir resim&#10;&#10;Yapay zeka tarafından oluşturulmuş içerik yanlış olabilir.">
            <a:extLst>
              <a:ext uri="{FF2B5EF4-FFF2-40B4-BE49-F238E27FC236}">
                <a16:creationId xmlns:a16="http://schemas.microsoft.com/office/drawing/2014/main" id="{ACA0CB7A-4858-C77C-3190-9874A098E90E}"/>
              </a:ext>
            </a:extLst>
          </p:cNvPr>
          <p:cNvPicPr>
            <a:picLocks noChangeAspect="1"/>
          </p:cNvPicPr>
          <p:nvPr/>
        </p:nvPicPr>
        <p:blipFill>
          <a:blip r:embed="rId6"/>
          <a:srcRect b="53491"/>
          <a:stretch>
            <a:fillRect/>
          </a:stretch>
        </p:blipFill>
        <p:spPr>
          <a:xfrm>
            <a:off x="10396101" y="6145235"/>
            <a:ext cx="852455" cy="813705"/>
          </a:xfrm>
          <a:prstGeom prst="rect">
            <a:avLst/>
          </a:prstGeom>
        </p:spPr>
      </p:pic>
      <p:pic>
        <p:nvPicPr>
          <p:cNvPr id="18" name="Resim 17">
            <a:extLst>
              <a:ext uri="{FF2B5EF4-FFF2-40B4-BE49-F238E27FC236}">
                <a16:creationId xmlns:a16="http://schemas.microsoft.com/office/drawing/2014/main" id="{7FDEDD94-7FC8-577A-9D8C-F18D40E1D465}"/>
              </a:ext>
            </a:extLst>
          </p:cNvPr>
          <p:cNvPicPr>
            <a:picLocks noChangeAspect="1"/>
          </p:cNvPicPr>
          <p:nvPr/>
        </p:nvPicPr>
        <p:blipFill>
          <a:blip r:embed="rId7" cstate="screen">
            <a:extLst>
              <a:ext uri="{28A0092B-C50C-407E-A947-70E740481C1C}">
                <a14:useLocalDpi xmlns:a14="http://schemas.microsoft.com/office/drawing/2010/main"/>
              </a:ext>
            </a:extLst>
          </a:blip>
          <a:stretch>
            <a:fillRect/>
          </a:stretch>
        </p:blipFill>
        <p:spPr>
          <a:xfrm>
            <a:off x="5489657" y="3016025"/>
            <a:ext cx="158570" cy="255232"/>
          </a:xfrm>
          <a:prstGeom prst="rect">
            <a:avLst/>
          </a:prstGeom>
        </p:spPr>
      </p:pic>
      <p:sp>
        <p:nvSpPr>
          <p:cNvPr id="19" name="Metin kutusu 18">
            <a:extLst>
              <a:ext uri="{FF2B5EF4-FFF2-40B4-BE49-F238E27FC236}">
                <a16:creationId xmlns:a16="http://schemas.microsoft.com/office/drawing/2014/main" id="{4B2FCC16-5AC2-AF32-6944-EB47FACB0252}"/>
              </a:ext>
            </a:extLst>
          </p:cNvPr>
          <p:cNvSpPr txBox="1"/>
          <p:nvPr/>
        </p:nvSpPr>
        <p:spPr>
          <a:xfrm>
            <a:off x="6036995" y="2382717"/>
            <a:ext cx="1266662" cy="338554"/>
          </a:xfrm>
          <a:prstGeom prst="rect">
            <a:avLst/>
          </a:prstGeom>
          <a:noFill/>
        </p:spPr>
        <p:txBody>
          <a:bodyPr wrap="square" rtlCol="0">
            <a:spAutoFit/>
          </a:bodyPr>
          <a:lstStyle/>
          <a:p>
            <a:pPr algn="ctr"/>
            <a:r>
              <a:rPr lang="tr-TR" sz="1600" b="1" dirty="0">
                <a:solidFill>
                  <a:schemeClr val="bg1"/>
                </a:solidFill>
              </a:rPr>
              <a:t>GRID UP</a:t>
            </a:r>
          </a:p>
        </p:txBody>
      </p:sp>
      <p:sp>
        <p:nvSpPr>
          <p:cNvPr id="23" name="Metin kutusu 22">
            <a:extLst>
              <a:ext uri="{FF2B5EF4-FFF2-40B4-BE49-F238E27FC236}">
                <a16:creationId xmlns:a16="http://schemas.microsoft.com/office/drawing/2014/main" id="{C1ADEA07-A6EA-9605-C774-C5BEBF628C70}"/>
              </a:ext>
            </a:extLst>
          </p:cNvPr>
          <p:cNvSpPr txBox="1"/>
          <p:nvPr/>
        </p:nvSpPr>
        <p:spPr>
          <a:xfrm>
            <a:off x="5736045" y="2969370"/>
            <a:ext cx="1779718" cy="584775"/>
          </a:xfrm>
          <a:prstGeom prst="rect">
            <a:avLst/>
          </a:prstGeom>
          <a:noFill/>
        </p:spPr>
        <p:txBody>
          <a:bodyPr wrap="none" rtlCol="0">
            <a:spAutoFit/>
          </a:bodyPr>
          <a:lstStyle/>
          <a:p>
            <a:pPr lvl="0" eaLnBrk="0" fontAlgn="base" hangingPunct="0">
              <a:spcBef>
                <a:spcPct val="0"/>
              </a:spcBef>
              <a:spcAft>
                <a:spcPct val="0"/>
              </a:spcAft>
            </a:pPr>
            <a:r>
              <a:rPr lang="tr-TR" altLang="tr-TR" sz="1600" dirty="0">
                <a:latin typeface="Calibri" panose="020F0502020204030204" pitchFamily="34" charset="0"/>
                <a:cs typeface="Calibri" panose="020F0502020204030204" pitchFamily="34" charset="0"/>
              </a:rPr>
              <a:t>Sektör Probleminin</a:t>
            </a:r>
          </a:p>
          <a:p>
            <a:pPr lvl="0" eaLnBrk="0" fontAlgn="base" hangingPunct="0">
              <a:spcBef>
                <a:spcPct val="0"/>
              </a:spcBef>
              <a:spcAft>
                <a:spcPct val="0"/>
              </a:spcAft>
            </a:pPr>
            <a:r>
              <a:rPr lang="tr-TR" altLang="tr-TR" sz="1600" dirty="0">
                <a:latin typeface="Calibri" panose="020F0502020204030204" pitchFamily="34" charset="0"/>
                <a:cs typeface="Calibri" panose="020F0502020204030204" pitchFamily="34" charset="0"/>
              </a:rPr>
              <a:t>Belirlenmesi</a:t>
            </a:r>
          </a:p>
        </p:txBody>
      </p:sp>
      <p:sp>
        <p:nvSpPr>
          <p:cNvPr id="2" name="Yuvarlatılmış Dikdörtgen 1">
            <a:extLst>
              <a:ext uri="{FF2B5EF4-FFF2-40B4-BE49-F238E27FC236}">
                <a16:creationId xmlns:a16="http://schemas.microsoft.com/office/drawing/2014/main" id="{27A12DBF-893E-3AD7-A0F8-1FB759DD58D2}"/>
              </a:ext>
            </a:extLst>
          </p:cNvPr>
          <p:cNvSpPr/>
          <p:nvPr/>
        </p:nvSpPr>
        <p:spPr>
          <a:xfrm>
            <a:off x="8433490" y="2321915"/>
            <a:ext cx="2774451" cy="517002"/>
          </a:xfrm>
          <a:prstGeom prst="roundRect">
            <a:avLst/>
          </a:prstGeom>
          <a:solidFill>
            <a:srgbClr val="FC661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tr-TR" sz="1600"/>
          </a:p>
        </p:txBody>
      </p:sp>
      <p:pic>
        <p:nvPicPr>
          <p:cNvPr id="3" name="Resim 2">
            <a:extLst>
              <a:ext uri="{FF2B5EF4-FFF2-40B4-BE49-F238E27FC236}">
                <a16:creationId xmlns:a16="http://schemas.microsoft.com/office/drawing/2014/main" id="{09D6E8D1-64A0-61F0-377C-139CFABE8595}"/>
              </a:ext>
            </a:extLst>
          </p:cNvPr>
          <p:cNvPicPr>
            <a:picLocks noChangeAspect="1"/>
          </p:cNvPicPr>
          <p:nvPr/>
        </p:nvPicPr>
        <p:blipFill>
          <a:blip r:embed="rId7" cstate="screen">
            <a:extLst>
              <a:ext uri="{28A0092B-C50C-407E-A947-70E740481C1C}">
                <a14:useLocalDpi xmlns:a14="http://schemas.microsoft.com/office/drawing/2010/main"/>
              </a:ext>
            </a:extLst>
          </a:blip>
          <a:stretch>
            <a:fillRect/>
          </a:stretch>
        </p:blipFill>
        <p:spPr>
          <a:xfrm>
            <a:off x="8485683" y="3016025"/>
            <a:ext cx="158570" cy="255232"/>
          </a:xfrm>
          <a:prstGeom prst="rect">
            <a:avLst/>
          </a:prstGeom>
        </p:spPr>
      </p:pic>
      <p:sp>
        <p:nvSpPr>
          <p:cNvPr id="6" name="Metin kutusu 5">
            <a:extLst>
              <a:ext uri="{FF2B5EF4-FFF2-40B4-BE49-F238E27FC236}">
                <a16:creationId xmlns:a16="http://schemas.microsoft.com/office/drawing/2014/main" id="{DA9EC828-BBB4-4339-6AED-0F79C451F5FC}"/>
              </a:ext>
            </a:extLst>
          </p:cNvPr>
          <p:cNvSpPr txBox="1"/>
          <p:nvPr/>
        </p:nvSpPr>
        <p:spPr>
          <a:xfrm>
            <a:off x="8884139" y="2382717"/>
            <a:ext cx="1873152" cy="338554"/>
          </a:xfrm>
          <a:prstGeom prst="rect">
            <a:avLst/>
          </a:prstGeom>
          <a:noFill/>
        </p:spPr>
        <p:txBody>
          <a:bodyPr wrap="square" rtlCol="0">
            <a:spAutoFit/>
          </a:bodyPr>
          <a:lstStyle/>
          <a:p>
            <a:pPr algn="ctr"/>
            <a:r>
              <a:rPr lang="tr-TR" sz="1600" b="1" dirty="0">
                <a:solidFill>
                  <a:schemeClr val="bg1"/>
                </a:solidFill>
              </a:rPr>
              <a:t>HACKATHON</a:t>
            </a:r>
          </a:p>
        </p:txBody>
      </p:sp>
      <p:sp>
        <p:nvSpPr>
          <p:cNvPr id="7" name="Metin kutusu 6">
            <a:extLst>
              <a:ext uri="{FF2B5EF4-FFF2-40B4-BE49-F238E27FC236}">
                <a16:creationId xmlns:a16="http://schemas.microsoft.com/office/drawing/2014/main" id="{7217369B-98FF-D154-0A53-40253BD6F89C}"/>
              </a:ext>
            </a:extLst>
          </p:cNvPr>
          <p:cNvSpPr txBox="1"/>
          <p:nvPr/>
        </p:nvSpPr>
        <p:spPr>
          <a:xfrm>
            <a:off x="8732071" y="2969370"/>
            <a:ext cx="2532103" cy="338554"/>
          </a:xfrm>
          <a:prstGeom prst="rect">
            <a:avLst/>
          </a:prstGeom>
          <a:noFill/>
        </p:spPr>
        <p:txBody>
          <a:bodyPr wrap="none" rtlCol="0">
            <a:spAutoFit/>
          </a:bodyPr>
          <a:lstStyle/>
          <a:p>
            <a:pPr lvl="0" eaLnBrk="0" fontAlgn="base" hangingPunct="0">
              <a:spcBef>
                <a:spcPct val="0"/>
              </a:spcBef>
              <a:spcAft>
                <a:spcPct val="0"/>
              </a:spcAft>
            </a:pPr>
            <a:r>
              <a:rPr lang="tr-TR" altLang="tr-TR" sz="1600" dirty="0">
                <a:latin typeface="Calibri" panose="020F0502020204030204" pitchFamily="34" charset="0"/>
                <a:cs typeface="Calibri" panose="020F0502020204030204" pitchFamily="34" charset="0"/>
              </a:rPr>
              <a:t>Donanım ve Yazılım Tasarımı</a:t>
            </a:r>
          </a:p>
        </p:txBody>
      </p:sp>
      <p:cxnSp>
        <p:nvCxnSpPr>
          <p:cNvPr id="8" name="Düz Bağlayıcı 7">
            <a:extLst>
              <a:ext uri="{FF2B5EF4-FFF2-40B4-BE49-F238E27FC236}">
                <a16:creationId xmlns:a16="http://schemas.microsoft.com/office/drawing/2014/main" id="{CA0A9701-7B82-0B6E-2ACB-2466E1B5A1A3}"/>
              </a:ext>
            </a:extLst>
          </p:cNvPr>
          <p:cNvCxnSpPr>
            <a:cxnSpLocks/>
          </p:cNvCxnSpPr>
          <p:nvPr/>
        </p:nvCxnSpPr>
        <p:spPr>
          <a:xfrm>
            <a:off x="8485682" y="3448294"/>
            <a:ext cx="2722260" cy="0"/>
          </a:xfrm>
          <a:prstGeom prst="line">
            <a:avLst/>
          </a:prstGeom>
          <a:ln w="12700">
            <a:prstDash val="dash"/>
          </a:ln>
        </p:spPr>
        <p:style>
          <a:lnRef idx="1">
            <a:schemeClr val="accent1"/>
          </a:lnRef>
          <a:fillRef idx="0">
            <a:schemeClr val="accent1"/>
          </a:fillRef>
          <a:effectRef idx="0">
            <a:schemeClr val="accent1"/>
          </a:effectRef>
          <a:fontRef idx="minor">
            <a:schemeClr val="tx1"/>
          </a:fontRef>
        </p:style>
      </p:cxnSp>
      <p:pic>
        <p:nvPicPr>
          <p:cNvPr id="9" name="Resim 8">
            <a:extLst>
              <a:ext uri="{FF2B5EF4-FFF2-40B4-BE49-F238E27FC236}">
                <a16:creationId xmlns:a16="http://schemas.microsoft.com/office/drawing/2014/main" id="{76B15CE8-79EC-D9DB-F89E-7282934F7610}"/>
              </a:ext>
            </a:extLst>
          </p:cNvPr>
          <p:cNvPicPr>
            <a:picLocks noChangeAspect="1"/>
          </p:cNvPicPr>
          <p:nvPr/>
        </p:nvPicPr>
        <p:blipFill>
          <a:blip r:embed="rId7" cstate="screen">
            <a:extLst>
              <a:ext uri="{28A0092B-C50C-407E-A947-70E740481C1C}">
                <a14:useLocalDpi xmlns:a14="http://schemas.microsoft.com/office/drawing/2010/main"/>
              </a:ext>
            </a:extLst>
          </a:blip>
          <a:stretch>
            <a:fillRect/>
          </a:stretch>
        </p:blipFill>
        <p:spPr>
          <a:xfrm>
            <a:off x="8485683" y="3678498"/>
            <a:ext cx="158570" cy="255232"/>
          </a:xfrm>
          <a:prstGeom prst="rect">
            <a:avLst/>
          </a:prstGeom>
        </p:spPr>
      </p:pic>
      <p:sp>
        <p:nvSpPr>
          <p:cNvPr id="10" name="Metin kutusu 9">
            <a:extLst>
              <a:ext uri="{FF2B5EF4-FFF2-40B4-BE49-F238E27FC236}">
                <a16:creationId xmlns:a16="http://schemas.microsoft.com/office/drawing/2014/main" id="{FDE9F75F-4F89-F845-97DE-2C5B98C68EED}"/>
              </a:ext>
            </a:extLst>
          </p:cNvPr>
          <p:cNvSpPr txBox="1"/>
          <p:nvPr/>
        </p:nvSpPr>
        <p:spPr>
          <a:xfrm>
            <a:off x="8732071" y="3631843"/>
            <a:ext cx="2473253" cy="584775"/>
          </a:xfrm>
          <a:prstGeom prst="rect">
            <a:avLst/>
          </a:prstGeom>
          <a:noFill/>
        </p:spPr>
        <p:txBody>
          <a:bodyPr wrap="square" rtlCol="0">
            <a:spAutoFit/>
          </a:bodyPr>
          <a:lstStyle/>
          <a:p>
            <a:pPr lvl="0" eaLnBrk="0" fontAlgn="base" hangingPunct="0">
              <a:spcBef>
                <a:spcPct val="0"/>
              </a:spcBef>
              <a:spcAft>
                <a:spcPct val="0"/>
              </a:spcAft>
            </a:pPr>
            <a:r>
              <a:rPr lang="tr-TR" altLang="tr-TR" sz="1600" dirty="0">
                <a:latin typeface="Calibri" panose="020F0502020204030204" pitchFamily="34" charset="0"/>
                <a:cs typeface="Calibri" panose="020F0502020204030204" pitchFamily="34" charset="0"/>
              </a:rPr>
              <a:t>Uçtan Uca Prototip ve</a:t>
            </a:r>
          </a:p>
          <a:p>
            <a:pPr lvl="0" eaLnBrk="0" fontAlgn="base" hangingPunct="0">
              <a:spcBef>
                <a:spcPct val="0"/>
              </a:spcBef>
              <a:spcAft>
                <a:spcPct val="0"/>
              </a:spcAft>
            </a:pPr>
            <a:r>
              <a:rPr lang="tr-TR" altLang="tr-TR" sz="1600" dirty="0">
                <a:latin typeface="Calibri" panose="020F0502020204030204" pitchFamily="34" charset="0"/>
                <a:cs typeface="Calibri" panose="020F0502020204030204" pitchFamily="34" charset="0"/>
              </a:rPr>
              <a:t>Demo</a:t>
            </a:r>
          </a:p>
        </p:txBody>
      </p:sp>
      <p:cxnSp>
        <p:nvCxnSpPr>
          <p:cNvPr id="26" name="Düz Bağlayıcı 25">
            <a:extLst>
              <a:ext uri="{FF2B5EF4-FFF2-40B4-BE49-F238E27FC236}">
                <a16:creationId xmlns:a16="http://schemas.microsoft.com/office/drawing/2014/main" id="{2F1BC17B-6794-1B1B-780A-7A3BDCC04E26}"/>
              </a:ext>
            </a:extLst>
          </p:cNvPr>
          <p:cNvCxnSpPr>
            <a:cxnSpLocks/>
          </p:cNvCxnSpPr>
          <p:nvPr/>
        </p:nvCxnSpPr>
        <p:spPr>
          <a:xfrm>
            <a:off x="11419928" y="2382717"/>
            <a:ext cx="0" cy="1920024"/>
          </a:xfrm>
          <a:prstGeom prst="line">
            <a:avLst/>
          </a:prstGeom>
          <a:ln>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cxnSp>
        <p:nvCxnSpPr>
          <p:cNvPr id="28" name="Düz Bağlayıcı 27">
            <a:extLst>
              <a:ext uri="{FF2B5EF4-FFF2-40B4-BE49-F238E27FC236}">
                <a16:creationId xmlns:a16="http://schemas.microsoft.com/office/drawing/2014/main" id="{68662CCF-4476-5E51-47B0-6041007E0F77}"/>
              </a:ext>
            </a:extLst>
          </p:cNvPr>
          <p:cNvCxnSpPr>
            <a:cxnSpLocks/>
          </p:cNvCxnSpPr>
          <p:nvPr/>
        </p:nvCxnSpPr>
        <p:spPr>
          <a:xfrm>
            <a:off x="8182206" y="2382717"/>
            <a:ext cx="0" cy="1920024"/>
          </a:xfrm>
          <a:prstGeom prst="line">
            <a:avLst/>
          </a:prstGeom>
          <a:ln>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cxnSp>
        <p:nvCxnSpPr>
          <p:cNvPr id="29" name="Düz Bağlayıcı 28">
            <a:extLst>
              <a:ext uri="{FF2B5EF4-FFF2-40B4-BE49-F238E27FC236}">
                <a16:creationId xmlns:a16="http://schemas.microsoft.com/office/drawing/2014/main" id="{30741B54-5342-CDA4-9A35-17345D83A090}"/>
              </a:ext>
            </a:extLst>
          </p:cNvPr>
          <p:cNvCxnSpPr>
            <a:cxnSpLocks/>
          </p:cNvCxnSpPr>
          <p:nvPr/>
        </p:nvCxnSpPr>
        <p:spPr>
          <a:xfrm>
            <a:off x="5159088" y="2382717"/>
            <a:ext cx="0" cy="1920024"/>
          </a:xfrm>
          <a:prstGeom prst="line">
            <a:avLst/>
          </a:prstGeom>
          <a:ln>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576409447"/>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with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fade">
                                      <p:cBhvr>
                                        <p:cTn id="7" dur="1000"/>
                                        <p:tgtEl>
                                          <p:spTgt spid="15"/>
                                        </p:tgtEl>
                                      </p:cBhvr>
                                    </p:animEffect>
                                    <p:anim calcmode="lin" valueType="num">
                                      <p:cBhvr>
                                        <p:cTn id="8" dur="1000" fill="hold"/>
                                        <p:tgtEl>
                                          <p:spTgt spid="15"/>
                                        </p:tgtEl>
                                        <p:attrNameLst>
                                          <p:attrName>ppt_x</p:attrName>
                                        </p:attrNameLst>
                                      </p:cBhvr>
                                      <p:tavLst>
                                        <p:tav tm="0">
                                          <p:val>
                                            <p:strVal val="#ppt_x"/>
                                          </p:val>
                                        </p:tav>
                                        <p:tav tm="100000">
                                          <p:val>
                                            <p:strVal val="#ppt_x"/>
                                          </p:val>
                                        </p:tav>
                                      </p:tavLst>
                                    </p:anim>
                                    <p:anim calcmode="lin" valueType="num">
                                      <p:cBhvr>
                                        <p:cTn id="9" dur="1000" fill="hold"/>
                                        <p:tgtEl>
                                          <p:spTgt spid="15"/>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14"/>
                                        </p:tgtEl>
                                        <p:attrNameLst>
                                          <p:attrName>style.visibility</p:attrName>
                                        </p:attrNameLst>
                                      </p:cBhvr>
                                      <p:to>
                                        <p:strVal val="visible"/>
                                      </p:to>
                                    </p:set>
                                    <p:animEffect transition="in" filter="fade">
                                      <p:cBhvr>
                                        <p:cTn id="12" dur="1000"/>
                                        <p:tgtEl>
                                          <p:spTgt spid="14"/>
                                        </p:tgtEl>
                                      </p:cBhvr>
                                    </p:animEffect>
                                    <p:anim calcmode="lin" valueType="num">
                                      <p:cBhvr>
                                        <p:cTn id="13" dur="1000" fill="hold"/>
                                        <p:tgtEl>
                                          <p:spTgt spid="14"/>
                                        </p:tgtEl>
                                        <p:attrNameLst>
                                          <p:attrName>ppt_x</p:attrName>
                                        </p:attrNameLst>
                                      </p:cBhvr>
                                      <p:tavLst>
                                        <p:tav tm="0">
                                          <p:val>
                                            <p:strVal val="#ppt_x"/>
                                          </p:val>
                                        </p:tav>
                                        <p:tav tm="100000">
                                          <p:val>
                                            <p:strVal val="#ppt_x"/>
                                          </p:val>
                                        </p:tav>
                                      </p:tavLst>
                                    </p:anim>
                                    <p:anim calcmode="lin" valueType="num">
                                      <p:cBhvr>
                                        <p:cTn id="14" dur="1000" fill="hold"/>
                                        <p:tgtEl>
                                          <p:spTgt spid="14"/>
                                        </p:tgtEl>
                                        <p:attrNameLst>
                                          <p:attrName>ppt_y</p:attrName>
                                        </p:attrNameLst>
                                      </p:cBhvr>
                                      <p:tavLst>
                                        <p:tav tm="0">
                                          <p:val>
                                            <p:strVal val="#ppt_y+.1"/>
                                          </p:val>
                                        </p:tav>
                                        <p:tav tm="100000">
                                          <p:val>
                                            <p:strVal val="#ppt_y"/>
                                          </p:val>
                                        </p:tav>
                                      </p:tavLst>
                                    </p:anim>
                                  </p:childTnLst>
                                </p:cTn>
                              </p:par>
                              <p:par>
                                <p:cTn id="15" presetID="42" presetClass="entr" presetSubtype="0" fill="hold" nodeType="withEffect">
                                  <p:stCondLst>
                                    <p:cond delay="0"/>
                                  </p:stCondLst>
                                  <p:childTnLst>
                                    <p:set>
                                      <p:cBhvr>
                                        <p:cTn id="16" dur="1" fill="hold">
                                          <p:stCondLst>
                                            <p:cond delay="0"/>
                                          </p:stCondLst>
                                        </p:cTn>
                                        <p:tgtEl>
                                          <p:spTgt spid="16"/>
                                        </p:tgtEl>
                                        <p:attrNameLst>
                                          <p:attrName>style.visibility</p:attrName>
                                        </p:attrNameLst>
                                      </p:cBhvr>
                                      <p:to>
                                        <p:strVal val="visible"/>
                                      </p:to>
                                    </p:set>
                                    <p:animEffect transition="in" filter="fade">
                                      <p:cBhvr>
                                        <p:cTn id="17" dur="1000"/>
                                        <p:tgtEl>
                                          <p:spTgt spid="16"/>
                                        </p:tgtEl>
                                      </p:cBhvr>
                                    </p:animEffect>
                                    <p:anim calcmode="lin" valueType="num">
                                      <p:cBhvr>
                                        <p:cTn id="18" dur="1000" fill="hold"/>
                                        <p:tgtEl>
                                          <p:spTgt spid="16"/>
                                        </p:tgtEl>
                                        <p:attrNameLst>
                                          <p:attrName>ppt_x</p:attrName>
                                        </p:attrNameLst>
                                      </p:cBhvr>
                                      <p:tavLst>
                                        <p:tav tm="0">
                                          <p:val>
                                            <p:strVal val="#ppt_x"/>
                                          </p:val>
                                        </p:tav>
                                        <p:tav tm="100000">
                                          <p:val>
                                            <p:strVal val="#ppt_x"/>
                                          </p:val>
                                        </p:tav>
                                      </p:tavLst>
                                    </p:anim>
                                    <p:anim calcmode="lin" valueType="num">
                                      <p:cBhvr>
                                        <p:cTn id="19" dur="1000" fill="hold"/>
                                        <p:tgtEl>
                                          <p:spTgt spid="1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7EA275-E1E0-E4D8-BD9A-EEBF8D893ECB}"/>
            </a:ext>
          </a:extLst>
        </p:cNvPr>
        <p:cNvGrpSpPr/>
        <p:nvPr/>
      </p:nvGrpSpPr>
      <p:grpSpPr>
        <a:xfrm>
          <a:off x="0" y="0"/>
          <a:ext cx="0" cy="0"/>
          <a:chOff x="0" y="0"/>
          <a:chExt cx="0" cy="0"/>
        </a:xfrm>
      </p:grpSpPr>
      <p:sp>
        <p:nvSpPr>
          <p:cNvPr id="22" name="Yuvarlatılmış Dikdörtgen 21">
            <a:extLst>
              <a:ext uri="{FF2B5EF4-FFF2-40B4-BE49-F238E27FC236}">
                <a16:creationId xmlns:a16="http://schemas.microsoft.com/office/drawing/2014/main" id="{65DEEDCA-1CC6-3342-3EA5-85863B2F8904}"/>
              </a:ext>
            </a:extLst>
          </p:cNvPr>
          <p:cNvSpPr/>
          <p:nvPr/>
        </p:nvSpPr>
        <p:spPr>
          <a:xfrm>
            <a:off x="4776532" y="1490325"/>
            <a:ext cx="6382880" cy="517002"/>
          </a:xfrm>
          <a:prstGeom prst="roundRect">
            <a:avLst/>
          </a:prstGeom>
          <a:solidFill>
            <a:srgbClr val="FC661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tr-TR">
              <a:latin typeface="Calibri" panose="020F0502020204030204" pitchFamily="34" charset="0"/>
              <a:ea typeface="Calibri" panose="020F0502020204030204" pitchFamily="34" charset="0"/>
              <a:cs typeface="Calibri" panose="020F0502020204030204" pitchFamily="34" charset="0"/>
            </a:endParaRPr>
          </a:p>
        </p:txBody>
      </p:sp>
      <p:sp>
        <p:nvSpPr>
          <p:cNvPr id="34" name="Title 1">
            <a:extLst>
              <a:ext uri="{FF2B5EF4-FFF2-40B4-BE49-F238E27FC236}">
                <a16:creationId xmlns:a16="http://schemas.microsoft.com/office/drawing/2014/main" id="{60FC138D-2B0B-DFF7-4D86-51D3AECDA4DD}"/>
              </a:ext>
            </a:extLst>
          </p:cNvPr>
          <p:cNvSpPr txBox="1">
            <a:spLocks/>
          </p:cNvSpPr>
          <p:nvPr/>
        </p:nvSpPr>
        <p:spPr>
          <a:xfrm>
            <a:off x="602194" y="1748826"/>
            <a:ext cx="3092728" cy="1034001"/>
          </a:xfrm>
          <a:prstGeom prst="rect">
            <a:avLst/>
          </a:prstGeom>
        </p:spPr>
        <p:txBody>
          <a:bodyPr wrap="square" lIns="0" tIns="0" rIns="0" bIns="0">
            <a:spAutoFit/>
          </a:bodyPr>
          <a:lstStyle>
            <a:defPPr>
              <a:defRPr lang="en-US"/>
            </a:defPPr>
            <a:lvl1pPr defTabSz="1828800">
              <a:lnSpc>
                <a:spcPct val="90000"/>
              </a:lnSpc>
              <a:spcBef>
                <a:spcPct val="0"/>
              </a:spcBef>
              <a:buNone/>
              <a:defRPr sz="3200" b="1" cap="none" spc="-38" baseline="0">
                <a:latin typeface="Gilroy-RegularItalic" pitchFamily="2" charset="0"/>
                <a:ea typeface="Open Sans" panose="020B0606030504020204" pitchFamily="34" charset="0"/>
                <a:cs typeface="Open Sans" panose="020B0606030504020204" pitchFamily="34" charset="0"/>
              </a:defRPr>
            </a:lvl1pPr>
          </a:lstStyle>
          <a:p>
            <a:pPr defTabSz="2438339"/>
            <a:r>
              <a:rPr lang="tr-TR" sz="3733" spc="-51" dirty="0">
                <a:solidFill>
                  <a:srgbClr val="003CA6"/>
                </a:solidFill>
                <a:latin typeface="Calibri" panose="020F0502020204030204" pitchFamily="34" charset="0"/>
                <a:ea typeface="Calibri" panose="020F0502020204030204" pitchFamily="34" charset="0"/>
                <a:cs typeface="Calibri" panose="020F0502020204030204" pitchFamily="34" charset="0"/>
              </a:rPr>
              <a:t>Neden Erken</a:t>
            </a:r>
          </a:p>
          <a:p>
            <a:pPr defTabSz="2438339"/>
            <a:r>
              <a:rPr lang="tr-TR" sz="3733" spc="-51" dirty="0">
                <a:solidFill>
                  <a:srgbClr val="003CA6"/>
                </a:solidFill>
                <a:latin typeface="Calibri" panose="020F0502020204030204" pitchFamily="34" charset="0"/>
                <a:ea typeface="Calibri" panose="020F0502020204030204" pitchFamily="34" charset="0"/>
                <a:cs typeface="Calibri" panose="020F0502020204030204" pitchFamily="34" charset="0"/>
              </a:rPr>
              <a:t>Uyarı Sistemi?</a:t>
            </a:r>
          </a:p>
        </p:txBody>
      </p:sp>
      <p:cxnSp>
        <p:nvCxnSpPr>
          <p:cNvPr id="40" name="Straight Connector 4">
            <a:extLst>
              <a:ext uri="{FF2B5EF4-FFF2-40B4-BE49-F238E27FC236}">
                <a16:creationId xmlns:a16="http://schemas.microsoft.com/office/drawing/2014/main" id="{DF3CDA8C-18DC-2BD1-C414-C3926AAA6357}"/>
              </a:ext>
            </a:extLst>
          </p:cNvPr>
          <p:cNvCxnSpPr>
            <a:cxnSpLocks/>
          </p:cNvCxnSpPr>
          <p:nvPr/>
        </p:nvCxnSpPr>
        <p:spPr>
          <a:xfrm>
            <a:off x="660702" y="3067644"/>
            <a:ext cx="672767" cy="0"/>
          </a:xfrm>
          <a:prstGeom prst="line">
            <a:avLst/>
          </a:prstGeom>
          <a:ln w="76200" cap="rnd">
            <a:gradFill flip="none" rotWithShape="1">
              <a:gsLst>
                <a:gs pos="53000">
                  <a:schemeClr val="accent1"/>
                </a:gs>
                <a:gs pos="99000">
                  <a:srgbClr val="D31467"/>
                </a:gs>
              </a:gsLst>
              <a:lin ang="18900000" scaled="1"/>
              <a:tileRect/>
            </a:gradFill>
            <a:round/>
          </a:ln>
        </p:spPr>
        <p:style>
          <a:lnRef idx="1">
            <a:schemeClr val="accent1"/>
          </a:lnRef>
          <a:fillRef idx="0">
            <a:schemeClr val="accent1"/>
          </a:fillRef>
          <a:effectRef idx="0">
            <a:schemeClr val="accent1"/>
          </a:effectRef>
          <a:fontRef idx="minor">
            <a:schemeClr val="tx1"/>
          </a:fontRef>
        </p:style>
      </p:cxnSp>
      <p:sp>
        <p:nvSpPr>
          <p:cNvPr id="4" name="Dikdörtgen 3">
            <a:extLst>
              <a:ext uri="{FF2B5EF4-FFF2-40B4-BE49-F238E27FC236}">
                <a16:creationId xmlns:a16="http://schemas.microsoft.com/office/drawing/2014/main" id="{E017205C-3032-64E8-CC7F-C98A551DE474}"/>
              </a:ext>
            </a:extLst>
          </p:cNvPr>
          <p:cNvSpPr/>
          <p:nvPr/>
        </p:nvSpPr>
        <p:spPr>
          <a:xfrm>
            <a:off x="504061" y="3278059"/>
            <a:ext cx="3984603" cy="707886"/>
          </a:xfrm>
          <a:prstGeom prst="rect">
            <a:avLst/>
          </a:prstGeom>
        </p:spPr>
        <p:txBody>
          <a:bodyPr wrap="square">
            <a:spAutoFit/>
          </a:bodyPr>
          <a:lstStyle/>
          <a:p>
            <a:pPr defTabSz="1219170">
              <a:defRPr/>
            </a:pPr>
            <a:r>
              <a:rPr lang="tr-TR" sz="2000" dirty="0">
                <a:solidFill>
                  <a:srgbClr val="000000"/>
                </a:solidFill>
                <a:latin typeface="Calibri" panose="020F0502020204030204" pitchFamily="34" charset="0"/>
                <a:ea typeface="Calibri" panose="020F0502020204030204" pitchFamily="34" charset="0"/>
                <a:cs typeface="Calibri" panose="020F0502020204030204" pitchFamily="34" charset="0"/>
              </a:rPr>
              <a:t>Çünkü kritik arızalar genellikle önceden sinyal verir</a:t>
            </a:r>
          </a:p>
        </p:txBody>
      </p:sp>
      <p:pic>
        <p:nvPicPr>
          <p:cNvPr id="5" name="Resim 4" descr="yazı tipi, grafik, grafik tasarım, metin içeren bir resim&#10;&#10;Yapay zeka tarafından oluşturulmuş içerik yanlış olabilir.">
            <a:extLst>
              <a:ext uri="{FF2B5EF4-FFF2-40B4-BE49-F238E27FC236}">
                <a16:creationId xmlns:a16="http://schemas.microsoft.com/office/drawing/2014/main" id="{5AE9A138-D743-7EAF-620B-A250410A3208}"/>
              </a:ext>
            </a:extLst>
          </p:cNvPr>
          <p:cNvPicPr>
            <a:picLocks noChangeAspect="1"/>
          </p:cNvPicPr>
          <p:nvPr/>
        </p:nvPicPr>
        <p:blipFill>
          <a:blip r:embed="rId2"/>
          <a:stretch>
            <a:fillRect/>
          </a:stretch>
        </p:blipFill>
        <p:spPr>
          <a:xfrm>
            <a:off x="10048240" y="427446"/>
            <a:ext cx="1649518" cy="568557"/>
          </a:xfrm>
          <a:prstGeom prst="rect">
            <a:avLst/>
          </a:prstGeom>
        </p:spPr>
      </p:pic>
      <p:pic>
        <p:nvPicPr>
          <p:cNvPr id="12" name="Resim 11" descr="metin, yazı tipi, grafik, poster içeren bir resim&#10;&#10;Yapay zeka tarafından oluşturulmuş içerik yanlış olabilir.">
            <a:extLst>
              <a:ext uri="{FF2B5EF4-FFF2-40B4-BE49-F238E27FC236}">
                <a16:creationId xmlns:a16="http://schemas.microsoft.com/office/drawing/2014/main" id="{C5C4CAE7-8EAB-3665-3341-5BFE8DF3FCE9}"/>
              </a:ext>
            </a:extLst>
          </p:cNvPr>
          <p:cNvPicPr>
            <a:picLocks noChangeAspect="1"/>
          </p:cNvPicPr>
          <p:nvPr/>
        </p:nvPicPr>
        <p:blipFill>
          <a:blip r:embed="rId3"/>
          <a:stretch>
            <a:fillRect/>
          </a:stretch>
        </p:blipFill>
        <p:spPr>
          <a:xfrm>
            <a:off x="598430" y="5487444"/>
            <a:ext cx="832805" cy="943110"/>
          </a:xfrm>
          <a:prstGeom prst="rect">
            <a:avLst/>
          </a:prstGeom>
        </p:spPr>
      </p:pic>
      <p:pic>
        <p:nvPicPr>
          <p:cNvPr id="14" name="Resim 13" descr="portakal, turuncu, tasarım, yaratıcılık içeren bir resim&#10;&#10;Yapay zeka tarafından oluşturulmuş içerik yanlış olabilir.">
            <a:extLst>
              <a:ext uri="{FF2B5EF4-FFF2-40B4-BE49-F238E27FC236}">
                <a16:creationId xmlns:a16="http://schemas.microsoft.com/office/drawing/2014/main" id="{D3E79BC6-DC65-A6BA-7789-20A348B53A46}"/>
              </a:ext>
            </a:extLst>
          </p:cNvPr>
          <p:cNvPicPr>
            <a:picLocks noChangeAspect="1"/>
          </p:cNvPicPr>
          <p:nvPr/>
        </p:nvPicPr>
        <p:blipFill>
          <a:blip r:embed="rId4"/>
          <a:srcRect b="52813"/>
          <a:stretch>
            <a:fillRect/>
          </a:stretch>
        </p:blipFill>
        <p:spPr>
          <a:xfrm>
            <a:off x="10212945" y="4983075"/>
            <a:ext cx="2040280" cy="1975865"/>
          </a:xfrm>
          <a:prstGeom prst="rect">
            <a:avLst/>
          </a:prstGeom>
        </p:spPr>
      </p:pic>
      <p:pic>
        <p:nvPicPr>
          <p:cNvPr id="15" name="Resim 14" descr="yeşil, tasarım içeren bir resim&#10;&#10;Yapay zeka tarafından oluşturulmuş içerik yanlış olabilir.">
            <a:extLst>
              <a:ext uri="{FF2B5EF4-FFF2-40B4-BE49-F238E27FC236}">
                <a16:creationId xmlns:a16="http://schemas.microsoft.com/office/drawing/2014/main" id="{C8BB6047-C2FE-F6D8-F38E-38F4243605E9}"/>
              </a:ext>
            </a:extLst>
          </p:cNvPr>
          <p:cNvPicPr>
            <a:picLocks noChangeAspect="1"/>
          </p:cNvPicPr>
          <p:nvPr/>
        </p:nvPicPr>
        <p:blipFill>
          <a:blip r:embed="rId5"/>
          <a:srcRect b="20626"/>
          <a:stretch>
            <a:fillRect/>
          </a:stretch>
        </p:blipFill>
        <p:spPr>
          <a:xfrm>
            <a:off x="11513820" y="5297122"/>
            <a:ext cx="1020296" cy="1661818"/>
          </a:xfrm>
          <a:prstGeom prst="rect">
            <a:avLst/>
          </a:prstGeom>
        </p:spPr>
      </p:pic>
      <p:pic>
        <p:nvPicPr>
          <p:cNvPr id="16" name="Resim 15" descr="meneviş mavisi, ekran görüntüsü, mavi, tasarım içeren bir resim&#10;&#10;Yapay zeka tarafından oluşturulmuş içerik yanlış olabilir.">
            <a:extLst>
              <a:ext uri="{FF2B5EF4-FFF2-40B4-BE49-F238E27FC236}">
                <a16:creationId xmlns:a16="http://schemas.microsoft.com/office/drawing/2014/main" id="{BACAC480-3CD4-5B36-C94C-BCDC891865C6}"/>
              </a:ext>
            </a:extLst>
          </p:cNvPr>
          <p:cNvPicPr>
            <a:picLocks noChangeAspect="1"/>
          </p:cNvPicPr>
          <p:nvPr/>
        </p:nvPicPr>
        <p:blipFill>
          <a:blip r:embed="rId6"/>
          <a:srcRect b="53491"/>
          <a:stretch>
            <a:fillRect/>
          </a:stretch>
        </p:blipFill>
        <p:spPr>
          <a:xfrm>
            <a:off x="10396101" y="6145235"/>
            <a:ext cx="852455" cy="813705"/>
          </a:xfrm>
          <a:prstGeom prst="rect">
            <a:avLst/>
          </a:prstGeom>
        </p:spPr>
      </p:pic>
      <p:pic>
        <p:nvPicPr>
          <p:cNvPr id="18" name="Resim 17">
            <a:extLst>
              <a:ext uri="{FF2B5EF4-FFF2-40B4-BE49-F238E27FC236}">
                <a16:creationId xmlns:a16="http://schemas.microsoft.com/office/drawing/2014/main" id="{BAAD8630-69F1-BAF7-92CE-B66EA1549B1B}"/>
              </a:ext>
            </a:extLst>
          </p:cNvPr>
          <p:cNvPicPr>
            <a:picLocks noChangeAspect="1"/>
          </p:cNvPicPr>
          <p:nvPr/>
        </p:nvPicPr>
        <p:blipFill>
          <a:blip r:embed="rId7" cstate="screen">
            <a:extLst>
              <a:ext uri="{28A0092B-C50C-407E-A947-70E740481C1C}">
                <a14:useLocalDpi xmlns:a14="http://schemas.microsoft.com/office/drawing/2010/main"/>
              </a:ext>
            </a:extLst>
          </a:blip>
          <a:stretch>
            <a:fillRect/>
          </a:stretch>
        </p:blipFill>
        <p:spPr>
          <a:xfrm>
            <a:off x="4819652" y="2188132"/>
            <a:ext cx="158570" cy="255232"/>
          </a:xfrm>
          <a:prstGeom prst="rect">
            <a:avLst/>
          </a:prstGeom>
        </p:spPr>
      </p:pic>
      <p:sp>
        <p:nvSpPr>
          <p:cNvPr id="19" name="Metin kutusu 18">
            <a:extLst>
              <a:ext uri="{FF2B5EF4-FFF2-40B4-BE49-F238E27FC236}">
                <a16:creationId xmlns:a16="http://schemas.microsoft.com/office/drawing/2014/main" id="{281021DA-ECA9-478F-3EAF-438D5AD0BB84}"/>
              </a:ext>
            </a:extLst>
          </p:cNvPr>
          <p:cNvSpPr txBox="1"/>
          <p:nvPr/>
        </p:nvSpPr>
        <p:spPr>
          <a:xfrm>
            <a:off x="4984176" y="1551127"/>
            <a:ext cx="2256379" cy="400110"/>
          </a:xfrm>
          <a:prstGeom prst="rect">
            <a:avLst/>
          </a:prstGeom>
          <a:noFill/>
        </p:spPr>
        <p:txBody>
          <a:bodyPr wrap="square" rtlCol="0">
            <a:spAutoFit/>
          </a:bodyPr>
          <a:lstStyle/>
          <a:p>
            <a:r>
              <a:rPr lang="tr-TR" sz="2000" b="1" dirty="0">
                <a:solidFill>
                  <a:schemeClr val="bg1"/>
                </a:solidFill>
                <a:latin typeface="Calibri" panose="020F0502020204030204" pitchFamily="34" charset="0"/>
                <a:ea typeface="Calibri" panose="020F0502020204030204" pitchFamily="34" charset="0"/>
                <a:cs typeface="Calibri" panose="020F0502020204030204" pitchFamily="34" charset="0"/>
              </a:rPr>
              <a:t>OG/AG panolarda;</a:t>
            </a:r>
          </a:p>
        </p:txBody>
      </p:sp>
      <p:sp>
        <p:nvSpPr>
          <p:cNvPr id="23" name="Metin kutusu 22">
            <a:extLst>
              <a:ext uri="{FF2B5EF4-FFF2-40B4-BE49-F238E27FC236}">
                <a16:creationId xmlns:a16="http://schemas.microsoft.com/office/drawing/2014/main" id="{FD28F9A2-4DFB-DAA2-9B0A-39F470C056B9}"/>
              </a:ext>
            </a:extLst>
          </p:cNvPr>
          <p:cNvSpPr txBox="1"/>
          <p:nvPr/>
        </p:nvSpPr>
        <p:spPr>
          <a:xfrm>
            <a:off x="5066041" y="2141477"/>
            <a:ext cx="2529078" cy="338554"/>
          </a:xfrm>
          <a:prstGeom prst="rect">
            <a:avLst/>
          </a:prstGeom>
          <a:noFill/>
        </p:spPr>
        <p:txBody>
          <a:bodyPr wrap="square" rtlCol="0">
            <a:spAutoFit/>
          </a:bodyPr>
          <a:lstStyle/>
          <a:p>
            <a:pPr lvl="0" eaLnBrk="0" fontAlgn="base" hangingPunct="0">
              <a:spcBef>
                <a:spcPct val="0"/>
              </a:spcBef>
              <a:spcAft>
                <a:spcPct val="0"/>
              </a:spcAft>
            </a:pPr>
            <a:r>
              <a:rPr lang="tr-TR" altLang="tr-TR" sz="1600" dirty="0">
                <a:latin typeface="Calibri" panose="020F0502020204030204" pitchFamily="34" charset="0"/>
                <a:ea typeface="Calibri" panose="020F0502020204030204" pitchFamily="34" charset="0"/>
                <a:cs typeface="Calibri" panose="020F0502020204030204" pitchFamily="34" charset="0"/>
              </a:rPr>
              <a:t>Sıcaklık artışından, </a:t>
            </a:r>
          </a:p>
        </p:txBody>
      </p:sp>
      <p:pic>
        <p:nvPicPr>
          <p:cNvPr id="17" name="Resim 16">
            <a:extLst>
              <a:ext uri="{FF2B5EF4-FFF2-40B4-BE49-F238E27FC236}">
                <a16:creationId xmlns:a16="http://schemas.microsoft.com/office/drawing/2014/main" id="{EF7378B1-B2AA-2C1A-4F7F-B20736EA2B59}"/>
              </a:ext>
            </a:extLst>
          </p:cNvPr>
          <p:cNvPicPr>
            <a:picLocks noChangeAspect="1"/>
          </p:cNvPicPr>
          <p:nvPr/>
        </p:nvPicPr>
        <p:blipFill>
          <a:blip r:embed="rId7" cstate="screen">
            <a:extLst>
              <a:ext uri="{28A0092B-C50C-407E-A947-70E740481C1C}">
                <a14:useLocalDpi xmlns:a14="http://schemas.microsoft.com/office/drawing/2010/main"/>
              </a:ext>
            </a:extLst>
          </a:blip>
          <a:stretch>
            <a:fillRect/>
          </a:stretch>
        </p:blipFill>
        <p:spPr>
          <a:xfrm>
            <a:off x="4819652" y="2775961"/>
            <a:ext cx="158570" cy="255232"/>
          </a:xfrm>
          <a:prstGeom prst="rect">
            <a:avLst/>
          </a:prstGeom>
        </p:spPr>
      </p:pic>
      <p:sp>
        <p:nvSpPr>
          <p:cNvPr id="20" name="Metin kutusu 19">
            <a:extLst>
              <a:ext uri="{FF2B5EF4-FFF2-40B4-BE49-F238E27FC236}">
                <a16:creationId xmlns:a16="http://schemas.microsoft.com/office/drawing/2014/main" id="{1FC57B18-2149-5565-D3BF-3CF6294AFA75}"/>
              </a:ext>
            </a:extLst>
          </p:cNvPr>
          <p:cNvSpPr txBox="1"/>
          <p:nvPr/>
        </p:nvSpPr>
        <p:spPr>
          <a:xfrm>
            <a:off x="5066041" y="2729306"/>
            <a:ext cx="2529078" cy="338554"/>
          </a:xfrm>
          <a:prstGeom prst="rect">
            <a:avLst/>
          </a:prstGeom>
          <a:noFill/>
        </p:spPr>
        <p:txBody>
          <a:bodyPr wrap="square" rtlCol="0">
            <a:spAutoFit/>
          </a:bodyPr>
          <a:lstStyle/>
          <a:p>
            <a:pPr lvl="0" eaLnBrk="0" fontAlgn="base" hangingPunct="0">
              <a:spcBef>
                <a:spcPct val="0"/>
              </a:spcBef>
              <a:spcAft>
                <a:spcPct val="0"/>
              </a:spcAft>
            </a:pPr>
            <a:r>
              <a:rPr lang="tr-TR" altLang="tr-TR" sz="1600" dirty="0">
                <a:latin typeface="Calibri" panose="020F0502020204030204" pitchFamily="34" charset="0"/>
                <a:ea typeface="Calibri" panose="020F0502020204030204" pitchFamily="34" charset="0"/>
                <a:cs typeface="Calibri" panose="020F0502020204030204" pitchFamily="34" charset="0"/>
              </a:rPr>
              <a:t>Nemden, </a:t>
            </a:r>
          </a:p>
        </p:txBody>
      </p:sp>
      <p:pic>
        <p:nvPicPr>
          <p:cNvPr id="24" name="Resim 23">
            <a:extLst>
              <a:ext uri="{FF2B5EF4-FFF2-40B4-BE49-F238E27FC236}">
                <a16:creationId xmlns:a16="http://schemas.microsoft.com/office/drawing/2014/main" id="{A8103E8D-A936-640D-16DE-D68A7D6B0DEC}"/>
              </a:ext>
            </a:extLst>
          </p:cNvPr>
          <p:cNvPicPr>
            <a:picLocks noChangeAspect="1"/>
          </p:cNvPicPr>
          <p:nvPr/>
        </p:nvPicPr>
        <p:blipFill>
          <a:blip r:embed="rId7" cstate="screen">
            <a:extLst>
              <a:ext uri="{28A0092B-C50C-407E-A947-70E740481C1C}">
                <a14:useLocalDpi xmlns:a14="http://schemas.microsoft.com/office/drawing/2010/main"/>
              </a:ext>
            </a:extLst>
          </a:blip>
          <a:stretch>
            <a:fillRect/>
          </a:stretch>
        </p:blipFill>
        <p:spPr>
          <a:xfrm>
            <a:off x="4819652" y="3382451"/>
            <a:ext cx="158570" cy="255232"/>
          </a:xfrm>
          <a:prstGeom prst="rect">
            <a:avLst/>
          </a:prstGeom>
        </p:spPr>
      </p:pic>
      <p:sp>
        <p:nvSpPr>
          <p:cNvPr id="25" name="Metin kutusu 24">
            <a:extLst>
              <a:ext uri="{FF2B5EF4-FFF2-40B4-BE49-F238E27FC236}">
                <a16:creationId xmlns:a16="http://schemas.microsoft.com/office/drawing/2014/main" id="{EC9562CB-1587-D5E2-1623-5643D7144334}"/>
              </a:ext>
            </a:extLst>
          </p:cNvPr>
          <p:cNvSpPr txBox="1"/>
          <p:nvPr/>
        </p:nvSpPr>
        <p:spPr>
          <a:xfrm>
            <a:off x="5066041" y="3335796"/>
            <a:ext cx="2529078" cy="338554"/>
          </a:xfrm>
          <a:prstGeom prst="rect">
            <a:avLst/>
          </a:prstGeom>
          <a:noFill/>
        </p:spPr>
        <p:txBody>
          <a:bodyPr wrap="square" rtlCol="0">
            <a:spAutoFit/>
          </a:bodyPr>
          <a:lstStyle/>
          <a:p>
            <a:pPr lvl="0" eaLnBrk="0" fontAlgn="base" hangingPunct="0">
              <a:spcBef>
                <a:spcPct val="0"/>
              </a:spcBef>
              <a:spcAft>
                <a:spcPct val="0"/>
              </a:spcAft>
            </a:pPr>
            <a:r>
              <a:rPr lang="tr-TR" altLang="tr-TR" sz="1600" dirty="0">
                <a:latin typeface="Calibri" panose="020F0502020204030204" pitchFamily="34" charset="0"/>
                <a:ea typeface="Calibri" panose="020F0502020204030204" pitchFamily="34" charset="0"/>
                <a:cs typeface="Calibri" panose="020F0502020204030204" pitchFamily="34" charset="0"/>
              </a:rPr>
              <a:t>Aşırı akımdan, </a:t>
            </a:r>
          </a:p>
        </p:txBody>
      </p:sp>
      <p:pic>
        <p:nvPicPr>
          <p:cNvPr id="30" name="Resim 29">
            <a:extLst>
              <a:ext uri="{FF2B5EF4-FFF2-40B4-BE49-F238E27FC236}">
                <a16:creationId xmlns:a16="http://schemas.microsoft.com/office/drawing/2014/main" id="{24ED9796-81A2-9357-E465-4B778DA42605}"/>
              </a:ext>
            </a:extLst>
          </p:cNvPr>
          <p:cNvPicPr>
            <a:picLocks noChangeAspect="1"/>
          </p:cNvPicPr>
          <p:nvPr/>
        </p:nvPicPr>
        <p:blipFill>
          <a:blip r:embed="rId7" cstate="screen">
            <a:extLst>
              <a:ext uri="{28A0092B-C50C-407E-A947-70E740481C1C}">
                <a14:useLocalDpi xmlns:a14="http://schemas.microsoft.com/office/drawing/2010/main"/>
              </a:ext>
            </a:extLst>
          </a:blip>
          <a:stretch>
            <a:fillRect/>
          </a:stretch>
        </p:blipFill>
        <p:spPr>
          <a:xfrm>
            <a:off x="4819652" y="4016932"/>
            <a:ext cx="158570" cy="255232"/>
          </a:xfrm>
          <a:prstGeom prst="rect">
            <a:avLst/>
          </a:prstGeom>
        </p:spPr>
      </p:pic>
      <p:sp>
        <p:nvSpPr>
          <p:cNvPr id="31" name="Metin kutusu 30">
            <a:extLst>
              <a:ext uri="{FF2B5EF4-FFF2-40B4-BE49-F238E27FC236}">
                <a16:creationId xmlns:a16="http://schemas.microsoft.com/office/drawing/2014/main" id="{808208AA-BA6C-8D00-7906-78D43E68CB18}"/>
              </a:ext>
            </a:extLst>
          </p:cNvPr>
          <p:cNvSpPr txBox="1"/>
          <p:nvPr/>
        </p:nvSpPr>
        <p:spPr>
          <a:xfrm>
            <a:off x="5066041" y="3970277"/>
            <a:ext cx="2529078" cy="338554"/>
          </a:xfrm>
          <a:prstGeom prst="rect">
            <a:avLst/>
          </a:prstGeom>
          <a:noFill/>
        </p:spPr>
        <p:txBody>
          <a:bodyPr wrap="square" rtlCol="0">
            <a:spAutoFit/>
          </a:bodyPr>
          <a:lstStyle/>
          <a:p>
            <a:pPr lvl="0" eaLnBrk="0" fontAlgn="base" hangingPunct="0">
              <a:spcBef>
                <a:spcPct val="0"/>
              </a:spcBef>
              <a:spcAft>
                <a:spcPct val="0"/>
              </a:spcAft>
            </a:pPr>
            <a:r>
              <a:rPr lang="tr-TR" altLang="tr-TR" sz="1600" dirty="0">
                <a:latin typeface="Calibri" panose="020F0502020204030204" pitchFamily="34" charset="0"/>
                <a:ea typeface="Calibri" panose="020F0502020204030204" pitchFamily="34" charset="0"/>
                <a:cs typeface="Calibri" panose="020F0502020204030204" pitchFamily="34" charset="0"/>
              </a:rPr>
              <a:t>İzolasyon zayıflığından, </a:t>
            </a:r>
          </a:p>
        </p:txBody>
      </p:sp>
      <p:pic>
        <p:nvPicPr>
          <p:cNvPr id="33" name="Resim 32">
            <a:extLst>
              <a:ext uri="{FF2B5EF4-FFF2-40B4-BE49-F238E27FC236}">
                <a16:creationId xmlns:a16="http://schemas.microsoft.com/office/drawing/2014/main" id="{984017EE-37AD-91A5-5C83-36F907CD7D79}"/>
              </a:ext>
            </a:extLst>
          </p:cNvPr>
          <p:cNvPicPr>
            <a:picLocks noChangeAspect="1"/>
          </p:cNvPicPr>
          <p:nvPr/>
        </p:nvPicPr>
        <p:blipFill>
          <a:blip r:embed="rId7" cstate="screen">
            <a:extLst>
              <a:ext uri="{28A0092B-C50C-407E-A947-70E740481C1C}">
                <a14:useLocalDpi xmlns:a14="http://schemas.microsoft.com/office/drawing/2010/main"/>
              </a:ext>
            </a:extLst>
          </a:blip>
          <a:stretch>
            <a:fillRect/>
          </a:stretch>
        </p:blipFill>
        <p:spPr>
          <a:xfrm>
            <a:off x="4819652" y="4642083"/>
            <a:ext cx="158570" cy="255232"/>
          </a:xfrm>
          <a:prstGeom prst="rect">
            <a:avLst/>
          </a:prstGeom>
        </p:spPr>
      </p:pic>
      <p:sp>
        <p:nvSpPr>
          <p:cNvPr id="35" name="Metin kutusu 34">
            <a:extLst>
              <a:ext uri="{FF2B5EF4-FFF2-40B4-BE49-F238E27FC236}">
                <a16:creationId xmlns:a16="http://schemas.microsoft.com/office/drawing/2014/main" id="{CE75B77A-82DB-CE82-5259-3CF5DB40B082}"/>
              </a:ext>
            </a:extLst>
          </p:cNvPr>
          <p:cNvSpPr txBox="1"/>
          <p:nvPr/>
        </p:nvSpPr>
        <p:spPr>
          <a:xfrm>
            <a:off x="5066041" y="4595428"/>
            <a:ext cx="2529078" cy="338554"/>
          </a:xfrm>
          <a:prstGeom prst="rect">
            <a:avLst/>
          </a:prstGeom>
          <a:noFill/>
        </p:spPr>
        <p:txBody>
          <a:bodyPr wrap="square" rtlCol="0">
            <a:spAutoFit/>
          </a:bodyPr>
          <a:lstStyle/>
          <a:p>
            <a:pPr lvl="0" eaLnBrk="0" fontAlgn="base" hangingPunct="0">
              <a:spcBef>
                <a:spcPct val="0"/>
              </a:spcBef>
              <a:spcAft>
                <a:spcPct val="0"/>
              </a:spcAft>
            </a:pPr>
            <a:r>
              <a:rPr lang="tr-TR" altLang="tr-TR" sz="1600" dirty="0">
                <a:latin typeface="Calibri" panose="020F0502020204030204" pitchFamily="34" charset="0"/>
                <a:ea typeface="Calibri" panose="020F0502020204030204" pitchFamily="34" charset="0"/>
                <a:cs typeface="Calibri" panose="020F0502020204030204" pitchFamily="34" charset="0"/>
              </a:rPr>
              <a:t>Kısmi deşarjdan, </a:t>
            </a:r>
          </a:p>
        </p:txBody>
      </p:sp>
      <p:cxnSp>
        <p:nvCxnSpPr>
          <p:cNvPr id="36" name="Düz Bağlayıcı 35">
            <a:extLst>
              <a:ext uri="{FF2B5EF4-FFF2-40B4-BE49-F238E27FC236}">
                <a16:creationId xmlns:a16="http://schemas.microsoft.com/office/drawing/2014/main" id="{1E485DB0-33E7-1EB8-FFA7-6B3332AADE1A}"/>
              </a:ext>
            </a:extLst>
          </p:cNvPr>
          <p:cNvCxnSpPr>
            <a:cxnSpLocks/>
          </p:cNvCxnSpPr>
          <p:nvPr/>
        </p:nvCxnSpPr>
        <p:spPr>
          <a:xfrm>
            <a:off x="4819652" y="5079170"/>
            <a:ext cx="2775466" cy="0"/>
          </a:xfrm>
          <a:prstGeom prst="line">
            <a:avLst/>
          </a:prstGeom>
          <a:ln w="12700">
            <a:prstDash val="dash"/>
          </a:ln>
        </p:spPr>
        <p:style>
          <a:lnRef idx="1">
            <a:schemeClr val="accent1"/>
          </a:lnRef>
          <a:fillRef idx="0">
            <a:schemeClr val="accent1"/>
          </a:fillRef>
          <a:effectRef idx="0">
            <a:schemeClr val="accent1"/>
          </a:effectRef>
          <a:fontRef idx="minor">
            <a:schemeClr val="tx1"/>
          </a:fontRef>
        </p:style>
      </p:cxnSp>
      <p:cxnSp>
        <p:nvCxnSpPr>
          <p:cNvPr id="38" name="Düz Bağlayıcı 37">
            <a:extLst>
              <a:ext uri="{FF2B5EF4-FFF2-40B4-BE49-F238E27FC236}">
                <a16:creationId xmlns:a16="http://schemas.microsoft.com/office/drawing/2014/main" id="{7B4CD83B-28AC-1805-8606-6AECA68997D4}"/>
              </a:ext>
            </a:extLst>
          </p:cNvPr>
          <p:cNvCxnSpPr>
            <a:cxnSpLocks/>
          </p:cNvCxnSpPr>
          <p:nvPr/>
        </p:nvCxnSpPr>
        <p:spPr>
          <a:xfrm>
            <a:off x="4819652" y="4407366"/>
            <a:ext cx="2775466" cy="0"/>
          </a:xfrm>
          <a:prstGeom prst="line">
            <a:avLst/>
          </a:prstGeom>
          <a:ln w="12700">
            <a:prstDash val="dash"/>
          </a:ln>
        </p:spPr>
        <p:style>
          <a:lnRef idx="1">
            <a:schemeClr val="accent1"/>
          </a:lnRef>
          <a:fillRef idx="0">
            <a:schemeClr val="accent1"/>
          </a:fillRef>
          <a:effectRef idx="0">
            <a:schemeClr val="accent1"/>
          </a:effectRef>
          <a:fontRef idx="minor">
            <a:schemeClr val="tx1"/>
          </a:fontRef>
        </p:style>
      </p:cxnSp>
      <p:cxnSp>
        <p:nvCxnSpPr>
          <p:cNvPr id="39" name="Düz Bağlayıcı 38">
            <a:extLst>
              <a:ext uri="{FF2B5EF4-FFF2-40B4-BE49-F238E27FC236}">
                <a16:creationId xmlns:a16="http://schemas.microsoft.com/office/drawing/2014/main" id="{7E97E876-889A-498D-8255-971BF6C4957E}"/>
              </a:ext>
            </a:extLst>
          </p:cNvPr>
          <p:cNvCxnSpPr>
            <a:cxnSpLocks/>
          </p:cNvCxnSpPr>
          <p:nvPr/>
        </p:nvCxnSpPr>
        <p:spPr>
          <a:xfrm>
            <a:off x="4819652" y="3819538"/>
            <a:ext cx="2775466" cy="0"/>
          </a:xfrm>
          <a:prstGeom prst="line">
            <a:avLst/>
          </a:prstGeom>
          <a:ln w="12700">
            <a:prstDash val="dash"/>
          </a:ln>
        </p:spPr>
        <p:style>
          <a:lnRef idx="1">
            <a:schemeClr val="accent1"/>
          </a:lnRef>
          <a:fillRef idx="0">
            <a:schemeClr val="accent1"/>
          </a:fillRef>
          <a:effectRef idx="0">
            <a:schemeClr val="accent1"/>
          </a:effectRef>
          <a:fontRef idx="minor">
            <a:schemeClr val="tx1"/>
          </a:fontRef>
        </p:style>
      </p:cxnSp>
      <p:cxnSp>
        <p:nvCxnSpPr>
          <p:cNvPr id="41" name="Düz Bağlayıcı 40">
            <a:extLst>
              <a:ext uri="{FF2B5EF4-FFF2-40B4-BE49-F238E27FC236}">
                <a16:creationId xmlns:a16="http://schemas.microsoft.com/office/drawing/2014/main" id="{6F33D3BC-90DE-26F9-5C65-89546F52104B}"/>
              </a:ext>
            </a:extLst>
          </p:cNvPr>
          <p:cNvCxnSpPr>
            <a:cxnSpLocks/>
          </p:cNvCxnSpPr>
          <p:nvPr/>
        </p:nvCxnSpPr>
        <p:spPr>
          <a:xfrm>
            <a:off x="4819652" y="3203718"/>
            <a:ext cx="2775466" cy="0"/>
          </a:xfrm>
          <a:prstGeom prst="line">
            <a:avLst/>
          </a:prstGeom>
          <a:ln w="12700">
            <a:prstDash val="dash"/>
          </a:ln>
        </p:spPr>
        <p:style>
          <a:lnRef idx="1">
            <a:schemeClr val="accent1"/>
          </a:lnRef>
          <a:fillRef idx="0">
            <a:schemeClr val="accent1"/>
          </a:fillRef>
          <a:effectRef idx="0">
            <a:schemeClr val="accent1"/>
          </a:effectRef>
          <a:fontRef idx="minor">
            <a:schemeClr val="tx1"/>
          </a:fontRef>
        </p:style>
      </p:cxnSp>
      <p:cxnSp>
        <p:nvCxnSpPr>
          <p:cNvPr id="42" name="Düz Bağlayıcı 41">
            <a:extLst>
              <a:ext uri="{FF2B5EF4-FFF2-40B4-BE49-F238E27FC236}">
                <a16:creationId xmlns:a16="http://schemas.microsoft.com/office/drawing/2014/main" id="{589EC7D7-C560-E390-A0D4-6DF291FAE4E6}"/>
              </a:ext>
            </a:extLst>
          </p:cNvPr>
          <p:cNvCxnSpPr>
            <a:cxnSpLocks/>
          </p:cNvCxnSpPr>
          <p:nvPr/>
        </p:nvCxnSpPr>
        <p:spPr>
          <a:xfrm>
            <a:off x="4819652" y="2597228"/>
            <a:ext cx="2775466" cy="0"/>
          </a:xfrm>
          <a:prstGeom prst="line">
            <a:avLst/>
          </a:prstGeom>
          <a:ln w="12700">
            <a:prstDash val="dash"/>
          </a:ln>
        </p:spPr>
        <p:style>
          <a:lnRef idx="1">
            <a:schemeClr val="accent1"/>
          </a:lnRef>
          <a:fillRef idx="0">
            <a:schemeClr val="accent1"/>
          </a:fillRef>
          <a:effectRef idx="0">
            <a:schemeClr val="accent1"/>
          </a:effectRef>
          <a:fontRef idx="minor">
            <a:schemeClr val="tx1"/>
          </a:fontRef>
        </p:style>
      </p:cxnSp>
      <p:pic>
        <p:nvPicPr>
          <p:cNvPr id="43" name="Resim 42">
            <a:extLst>
              <a:ext uri="{FF2B5EF4-FFF2-40B4-BE49-F238E27FC236}">
                <a16:creationId xmlns:a16="http://schemas.microsoft.com/office/drawing/2014/main" id="{FB9D0787-9490-7F66-587C-D9D06912DCF4}"/>
              </a:ext>
            </a:extLst>
          </p:cNvPr>
          <p:cNvPicPr>
            <a:picLocks noChangeAspect="1"/>
          </p:cNvPicPr>
          <p:nvPr/>
        </p:nvPicPr>
        <p:blipFill>
          <a:blip r:embed="rId7" cstate="screen">
            <a:extLst>
              <a:ext uri="{28A0092B-C50C-407E-A947-70E740481C1C}">
                <a14:useLocalDpi xmlns:a14="http://schemas.microsoft.com/office/drawing/2010/main"/>
              </a:ext>
            </a:extLst>
          </a:blip>
          <a:stretch>
            <a:fillRect/>
          </a:stretch>
        </p:blipFill>
        <p:spPr>
          <a:xfrm>
            <a:off x="7814779" y="2188132"/>
            <a:ext cx="158570" cy="255232"/>
          </a:xfrm>
          <a:prstGeom prst="rect">
            <a:avLst/>
          </a:prstGeom>
        </p:spPr>
      </p:pic>
      <p:sp>
        <p:nvSpPr>
          <p:cNvPr id="44" name="Metin kutusu 43">
            <a:extLst>
              <a:ext uri="{FF2B5EF4-FFF2-40B4-BE49-F238E27FC236}">
                <a16:creationId xmlns:a16="http://schemas.microsoft.com/office/drawing/2014/main" id="{034BA62F-58AB-928F-AA70-5724B5F1A4B7}"/>
              </a:ext>
            </a:extLst>
          </p:cNvPr>
          <p:cNvSpPr txBox="1"/>
          <p:nvPr/>
        </p:nvSpPr>
        <p:spPr>
          <a:xfrm>
            <a:off x="8061168" y="2141477"/>
            <a:ext cx="2529078" cy="338554"/>
          </a:xfrm>
          <a:prstGeom prst="rect">
            <a:avLst/>
          </a:prstGeom>
          <a:noFill/>
        </p:spPr>
        <p:txBody>
          <a:bodyPr wrap="square" rtlCol="0">
            <a:spAutoFit/>
          </a:bodyPr>
          <a:lstStyle/>
          <a:p>
            <a:pPr lvl="0" eaLnBrk="0" fontAlgn="base" hangingPunct="0">
              <a:spcBef>
                <a:spcPct val="0"/>
              </a:spcBef>
              <a:spcAft>
                <a:spcPct val="0"/>
              </a:spcAft>
            </a:pPr>
            <a:r>
              <a:rPr lang="tr-TR" altLang="tr-TR" sz="1600" dirty="0">
                <a:latin typeface="Calibri" panose="020F0502020204030204" pitchFamily="34" charset="0"/>
                <a:ea typeface="Calibri" panose="020F0502020204030204" pitchFamily="34" charset="0"/>
                <a:cs typeface="Calibri" panose="020F0502020204030204" pitchFamily="34" charset="0"/>
              </a:rPr>
              <a:t>Akustik verilerden, </a:t>
            </a:r>
          </a:p>
        </p:txBody>
      </p:sp>
      <p:pic>
        <p:nvPicPr>
          <p:cNvPr id="45" name="Resim 44">
            <a:extLst>
              <a:ext uri="{FF2B5EF4-FFF2-40B4-BE49-F238E27FC236}">
                <a16:creationId xmlns:a16="http://schemas.microsoft.com/office/drawing/2014/main" id="{87EB1739-95BC-9EA9-D5EE-2894C5F1FE6C}"/>
              </a:ext>
            </a:extLst>
          </p:cNvPr>
          <p:cNvPicPr>
            <a:picLocks noChangeAspect="1"/>
          </p:cNvPicPr>
          <p:nvPr/>
        </p:nvPicPr>
        <p:blipFill>
          <a:blip r:embed="rId7" cstate="screen">
            <a:extLst>
              <a:ext uri="{28A0092B-C50C-407E-A947-70E740481C1C}">
                <a14:useLocalDpi xmlns:a14="http://schemas.microsoft.com/office/drawing/2010/main"/>
              </a:ext>
            </a:extLst>
          </a:blip>
          <a:stretch>
            <a:fillRect/>
          </a:stretch>
        </p:blipFill>
        <p:spPr>
          <a:xfrm>
            <a:off x="7814779" y="2775961"/>
            <a:ext cx="158570" cy="255232"/>
          </a:xfrm>
          <a:prstGeom prst="rect">
            <a:avLst/>
          </a:prstGeom>
        </p:spPr>
      </p:pic>
      <p:sp>
        <p:nvSpPr>
          <p:cNvPr id="46" name="Metin kutusu 45">
            <a:extLst>
              <a:ext uri="{FF2B5EF4-FFF2-40B4-BE49-F238E27FC236}">
                <a16:creationId xmlns:a16="http://schemas.microsoft.com/office/drawing/2014/main" id="{31B07411-9E40-7126-EE5A-E074CD12C2A0}"/>
              </a:ext>
            </a:extLst>
          </p:cNvPr>
          <p:cNvSpPr txBox="1"/>
          <p:nvPr/>
        </p:nvSpPr>
        <p:spPr>
          <a:xfrm>
            <a:off x="8061168" y="2729306"/>
            <a:ext cx="2529078" cy="338554"/>
          </a:xfrm>
          <a:prstGeom prst="rect">
            <a:avLst/>
          </a:prstGeom>
          <a:noFill/>
        </p:spPr>
        <p:txBody>
          <a:bodyPr wrap="square" rtlCol="0">
            <a:spAutoFit/>
          </a:bodyPr>
          <a:lstStyle/>
          <a:p>
            <a:pPr lvl="0" eaLnBrk="0" fontAlgn="base" hangingPunct="0">
              <a:spcBef>
                <a:spcPct val="0"/>
              </a:spcBef>
              <a:spcAft>
                <a:spcPct val="0"/>
              </a:spcAft>
            </a:pPr>
            <a:r>
              <a:rPr lang="tr-TR" altLang="tr-TR" sz="1600" dirty="0">
                <a:latin typeface="Calibri" panose="020F0502020204030204" pitchFamily="34" charset="0"/>
                <a:ea typeface="Calibri" panose="020F0502020204030204" pitchFamily="34" charset="0"/>
                <a:cs typeface="Calibri" panose="020F0502020204030204" pitchFamily="34" charset="0"/>
              </a:rPr>
              <a:t>Termal görüntüden ve </a:t>
            </a:r>
          </a:p>
        </p:txBody>
      </p:sp>
      <p:pic>
        <p:nvPicPr>
          <p:cNvPr id="47" name="Resim 46">
            <a:extLst>
              <a:ext uri="{FF2B5EF4-FFF2-40B4-BE49-F238E27FC236}">
                <a16:creationId xmlns:a16="http://schemas.microsoft.com/office/drawing/2014/main" id="{2DC08593-B5C2-5B81-907D-CC38BADD74D6}"/>
              </a:ext>
            </a:extLst>
          </p:cNvPr>
          <p:cNvPicPr>
            <a:picLocks noChangeAspect="1"/>
          </p:cNvPicPr>
          <p:nvPr/>
        </p:nvPicPr>
        <p:blipFill>
          <a:blip r:embed="rId7" cstate="screen">
            <a:extLst>
              <a:ext uri="{28A0092B-C50C-407E-A947-70E740481C1C}">
                <a14:useLocalDpi xmlns:a14="http://schemas.microsoft.com/office/drawing/2010/main"/>
              </a:ext>
            </a:extLst>
          </a:blip>
          <a:stretch>
            <a:fillRect/>
          </a:stretch>
        </p:blipFill>
        <p:spPr>
          <a:xfrm>
            <a:off x="7814779" y="3382451"/>
            <a:ext cx="158570" cy="255232"/>
          </a:xfrm>
          <a:prstGeom prst="rect">
            <a:avLst/>
          </a:prstGeom>
        </p:spPr>
      </p:pic>
      <p:sp>
        <p:nvSpPr>
          <p:cNvPr id="48" name="Metin kutusu 47">
            <a:extLst>
              <a:ext uri="{FF2B5EF4-FFF2-40B4-BE49-F238E27FC236}">
                <a16:creationId xmlns:a16="http://schemas.microsoft.com/office/drawing/2014/main" id="{5B814440-4D62-61B9-1BD1-59819AAB35E1}"/>
              </a:ext>
            </a:extLst>
          </p:cNvPr>
          <p:cNvSpPr txBox="1"/>
          <p:nvPr/>
        </p:nvSpPr>
        <p:spPr>
          <a:xfrm>
            <a:off x="8061168" y="3244356"/>
            <a:ext cx="3098244" cy="584775"/>
          </a:xfrm>
          <a:prstGeom prst="rect">
            <a:avLst/>
          </a:prstGeom>
          <a:noFill/>
        </p:spPr>
        <p:txBody>
          <a:bodyPr wrap="square" rtlCol="0">
            <a:spAutoFit/>
          </a:bodyPr>
          <a:lstStyle/>
          <a:p>
            <a:pPr lvl="0" eaLnBrk="0" fontAlgn="base" hangingPunct="0">
              <a:spcBef>
                <a:spcPct val="0"/>
              </a:spcBef>
              <a:spcAft>
                <a:spcPct val="0"/>
              </a:spcAft>
            </a:pPr>
            <a:r>
              <a:rPr lang="tr-TR" altLang="tr-TR" sz="1600" dirty="0">
                <a:latin typeface="Calibri" panose="020F0502020204030204" pitchFamily="34" charset="0"/>
                <a:ea typeface="Calibri" panose="020F0502020204030204" pitchFamily="34" charset="0"/>
                <a:cs typeface="Calibri" panose="020F0502020204030204" pitchFamily="34" charset="0"/>
              </a:rPr>
              <a:t>benzeri sensör verilerinden izlenebilecek belirtiler vermektedir.</a:t>
            </a:r>
          </a:p>
        </p:txBody>
      </p:sp>
      <p:cxnSp>
        <p:nvCxnSpPr>
          <p:cNvPr id="55" name="Düz Bağlayıcı 54">
            <a:extLst>
              <a:ext uri="{FF2B5EF4-FFF2-40B4-BE49-F238E27FC236}">
                <a16:creationId xmlns:a16="http://schemas.microsoft.com/office/drawing/2014/main" id="{CC70E070-9F5C-B4B5-F397-BBC7AAF1C939}"/>
              </a:ext>
            </a:extLst>
          </p:cNvPr>
          <p:cNvCxnSpPr>
            <a:cxnSpLocks/>
          </p:cNvCxnSpPr>
          <p:nvPr/>
        </p:nvCxnSpPr>
        <p:spPr>
          <a:xfrm>
            <a:off x="7814779" y="3819538"/>
            <a:ext cx="3344633" cy="0"/>
          </a:xfrm>
          <a:prstGeom prst="line">
            <a:avLst/>
          </a:prstGeom>
          <a:ln w="12700">
            <a:prstDash val="dash"/>
          </a:ln>
        </p:spPr>
        <p:style>
          <a:lnRef idx="1">
            <a:schemeClr val="accent1"/>
          </a:lnRef>
          <a:fillRef idx="0">
            <a:schemeClr val="accent1"/>
          </a:fillRef>
          <a:effectRef idx="0">
            <a:schemeClr val="accent1"/>
          </a:effectRef>
          <a:fontRef idx="minor">
            <a:schemeClr val="tx1"/>
          </a:fontRef>
        </p:style>
      </p:cxnSp>
      <p:cxnSp>
        <p:nvCxnSpPr>
          <p:cNvPr id="59" name="Düz Bağlayıcı 58">
            <a:extLst>
              <a:ext uri="{FF2B5EF4-FFF2-40B4-BE49-F238E27FC236}">
                <a16:creationId xmlns:a16="http://schemas.microsoft.com/office/drawing/2014/main" id="{CB9AD64E-BA1F-4200-50C0-BC989CDA90F2}"/>
              </a:ext>
            </a:extLst>
          </p:cNvPr>
          <p:cNvCxnSpPr>
            <a:cxnSpLocks/>
          </p:cNvCxnSpPr>
          <p:nvPr/>
        </p:nvCxnSpPr>
        <p:spPr>
          <a:xfrm>
            <a:off x="7814779" y="3213048"/>
            <a:ext cx="3344633" cy="0"/>
          </a:xfrm>
          <a:prstGeom prst="line">
            <a:avLst/>
          </a:prstGeom>
          <a:ln w="12700">
            <a:prstDash val="dash"/>
          </a:ln>
        </p:spPr>
        <p:style>
          <a:lnRef idx="1">
            <a:schemeClr val="accent1"/>
          </a:lnRef>
          <a:fillRef idx="0">
            <a:schemeClr val="accent1"/>
          </a:fillRef>
          <a:effectRef idx="0">
            <a:schemeClr val="accent1"/>
          </a:effectRef>
          <a:fontRef idx="minor">
            <a:schemeClr val="tx1"/>
          </a:fontRef>
        </p:style>
      </p:cxnSp>
      <p:cxnSp>
        <p:nvCxnSpPr>
          <p:cNvPr id="60" name="Düz Bağlayıcı 59">
            <a:extLst>
              <a:ext uri="{FF2B5EF4-FFF2-40B4-BE49-F238E27FC236}">
                <a16:creationId xmlns:a16="http://schemas.microsoft.com/office/drawing/2014/main" id="{7A0EB0B4-7111-6287-2903-1CFADA6F3F78}"/>
              </a:ext>
            </a:extLst>
          </p:cNvPr>
          <p:cNvCxnSpPr>
            <a:cxnSpLocks/>
          </p:cNvCxnSpPr>
          <p:nvPr/>
        </p:nvCxnSpPr>
        <p:spPr>
          <a:xfrm>
            <a:off x="7814779" y="2597228"/>
            <a:ext cx="3344633" cy="0"/>
          </a:xfrm>
          <a:prstGeom prst="line">
            <a:avLst/>
          </a:prstGeom>
          <a:ln w="12700">
            <a:prstDash val="dash"/>
          </a:ln>
        </p:spPr>
        <p:style>
          <a:lnRef idx="1">
            <a:schemeClr val="accent1"/>
          </a:lnRef>
          <a:fillRef idx="0">
            <a:schemeClr val="accent1"/>
          </a:fillRef>
          <a:effectRef idx="0">
            <a:schemeClr val="accent1"/>
          </a:effectRef>
          <a:fontRef idx="minor">
            <a:schemeClr val="tx1"/>
          </a:fontRef>
        </p:style>
      </p:cxnSp>
      <p:sp>
        <p:nvSpPr>
          <p:cNvPr id="61" name="Metin kutusu 60">
            <a:extLst>
              <a:ext uri="{FF2B5EF4-FFF2-40B4-BE49-F238E27FC236}">
                <a16:creationId xmlns:a16="http://schemas.microsoft.com/office/drawing/2014/main" id="{90ED7F07-BA7E-7BBC-D97A-2C9C5F28C13D}"/>
              </a:ext>
            </a:extLst>
          </p:cNvPr>
          <p:cNvSpPr txBox="1"/>
          <p:nvPr/>
        </p:nvSpPr>
        <p:spPr>
          <a:xfrm>
            <a:off x="7814779" y="4016932"/>
            <a:ext cx="3433777" cy="830997"/>
          </a:xfrm>
          <a:prstGeom prst="rect">
            <a:avLst/>
          </a:prstGeom>
          <a:noFill/>
        </p:spPr>
        <p:txBody>
          <a:bodyPr wrap="square" rtlCol="0">
            <a:spAutoFit/>
          </a:bodyPr>
          <a:lstStyle/>
          <a:p>
            <a:r>
              <a:rPr lang="tr-TR" sz="1600" dirty="0">
                <a:latin typeface="Calibri" panose="020F0502020204030204" pitchFamily="34" charset="0"/>
                <a:ea typeface="Calibri" panose="020F0502020204030204" pitchFamily="34" charset="0"/>
                <a:cs typeface="Calibri" panose="020F0502020204030204" pitchFamily="34" charset="0"/>
              </a:rPr>
              <a:t>Ancak bu belirtiler mevcut yapılarda, </a:t>
            </a:r>
            <a:r>
              <a:rPr lang="tr-TR" sz="1600" b="1" dirty="0">
                <a:latin typeface="Calibri" panose="020F0502020204030204" pitchFamily="34" charset="0"/>
                <a:ea typeface="Calibri" panose="020F0502020204030204" pitchFamily="34" charset="0"/>
                <a:cs typeface="Calibri" panose="020F0502020204030204" pitchFamily="34" charset="0"/>
              </a:rPr>
              <a:t>birlikte ve sürekli olarak yeterince takip edilememektedir</a:t>
            </a:r>
            <a:endParaRPr lang="tr-TR" sz="1600" dirty="0">
              <a:latin typeface="Calibri" panose="020F050202020403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2560372981"/>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with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fade">
                                      <p:cBhvr>
                                        <p:cTn id="7" dur="1000"/>
                                        <p:tgtEl>
                                          <p:spTgt spid="15"/>
                                        </p:tgtEl>
                                      </p:cBhvr>
                                    </p:animEffect>
                                    <p:anim calcmode="lin" valueType="num">
                                      <p:cBhvr>
                                        <p:cTn id="8" dur="1000" fill="hold"/>
                                        <p:tgtEl>
                                          <p:spTgt spid="15"/>
                                        </p:tgtEl>
                                        <p:attrNameLst>
                                          <p:attrName>ppt_x</p:attrName>
                                        </p:attrNameLst>
                                      </p:cBhvr>
                                      <p:tavLst>
                                        <p:tav tm="0">
                                          <p:val>
                                            <p:strVal val="#ppt_x"/>
                                          </p:val>
                                        </p:tav>
                                        <p:tav tm="100000">
                                          <p:val>
                                            <p:strVal val="#ppt_x"/>
                                          </p:val>
                                        </p:tav>
                                      </p:tavLst>
                                    </p:anim>
                                    <p:anim calcmode="lin" valueType="num">
                                      <p:cBhvr>
                                        <p:cTn id="9" dur="1000" fill="hold"/>
                                        <p:tgtEl>
                                          <p:spTgt spid="15"/>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14"/>
                                        </p:tgtEl>
                                        <p:attrNameLst>
                                          <p:attrName>style.visibility</p:attrName>
                                        </p:attrNameLst>
                                      </p:cBhvr>
                                      <p:to>
                                        <p:strVal val="visible"/>
                                      </p:to>
                                    </p:set>
                                    <p:animEffect transition="in" filter="fade">
                                      <p:cBhvr>
                                        <p:cTn id="12" dur="1000"/>
                                        <p:tgtEl>
                                          <p:spTgt spid="14"/>
                                        </p:tgtEl>
                                      </p:cBhvr>
                                    </p:animEffect>
                                    <p:anim calcmode="lin" valueType="num">
                                      <p:cBhvr>
                                        <p:cTn id="13" dur="1000" fill="hold"/>
                                        <p:tgtEl>
                                          <p:spTgt spid="14"/>
                                        </p:tgtEl>
                                        <p:attrNameLst>
                                          <p:attrName>ppt_x</p:attrName>
                                        </p:attrNameLst>
                                      </p:cBhvr>
                                      <p:tavLst>
                                        <p:tav tm="0">
                                          <p:val>
                                            <p:strVal val="#ppt_x"/>
                                          </p:val>
                                        </p:tav>
                                        <p:tav tm="100000">
                                          <p:val>
                                            <p:strVal val="#ppt_x"/>
                                          </p:val>
                                        </p:tav>
                                      </p:tavLst>
                                    </p:anim>
                                    <p:anim calcmode="lin" valueType="num">
                                      <p:cBhvr>
                                        <p:cTn id="14" dur="1000" fill="hold"/>
                                        <p:tgtEl>
                                          <p:spTgt spid="14"/>
                                        </p:tgtEl>
                                        <p:attrNameLst>
                                          <p:attrName>ppt_y</p:attrName>
                                        </p:attrNameLst>
                                      </p:cBhvr>
                                      <p:tavLst>
                                        <p:tav tm="0">
                                          <p:val>
                                            <p:strVal val="#ppt_y+.1"/>
                                          </p:val>
                                        </p:tav>
                                        <p:tav tm="100000">
                                          <p:val>
                                            <p:strVal val="#ppt_y"/>
                                          </p:val>
                                        </p:tav>
                                      </p:tavLst>
                                    </p:anim>
                                  </p:childTnLst>
                                </p:cTn>
                              </p:par>
                              <p:par>
                                <p:cTn id="15" presetID="42" presetClass="entr" presetSubtype="0" fill="hold" nodeType="withEffect">
                                  <p:stCondLst>
                                    <p:cond delay="0"/>
                                  </p:stCondLst>
                                  <p:childTnLst>
                                    <p:set>
                                      <p:cBhvr>
                                        <p:cTn id="16" dur="1" fill="hold">
                                          <p:stCondLst>
                                            <p:cond delay="0"/>
                                          </p:stCondLst>
                                        </p:cTn>
                                        <p:tgtEl>
                                          <p:spTgt spid="16"/>
                                        </p:tgtEl>
                                        <p:attrNameLst>
                                          <p:attrName>style.visibility</p:attrName>
                                        </p:attrNameLst>
                                      </p:cBhvr>
                                      <p:to>
                                        <p:strVal val="visible"/>
                                      </p:to>
                                    </p:set>
                                    <p:animEffect transition="in" filter="fade">
                                      <p:cBhvr>
                                        <p:cTn id="17" dur="1000"/>
                                        <p:tgtEl>
                                          <p:spTgt spid="16"/>
                                        </p:tgtEl>
                                      </p:cBhvr>
                                    </p:animEffect>
                                    <p:anim calcmode="lin" valueType="num">
                                      <p:cBhvr>
                                        <p:cTn id="18" dur="1000" fill="hold"/>
                                        <p:tgtEl>
                                          <p:spTgt spid="16"/>
                                        </p:tgtEl>
                                        <p:attrNameLst>
                                          <p:attrName>ppt_x</p:attrName>
                                        </p:attrNameLst>
                                      </p:cBhvr>
                                      <p:tavLst>
                                        <p:tav tm="0">
                                          <p:val>
                                            <p:strVal val="#ppt_x"/>
                                          </p:val>
                                        </p:tav>
                                        <p:tav tm="100000">
                                          <p:val>
                                            <p:strVal val="#ppt_x"/>
                                          </p:val>
                                        </p:tav>
                                      </p:tavLst>
                                    </p:anim>
                                    <p:anim calcmode="lin" valueType="num">
                                      <p:cBhvr>
                                        <p:cTn id="19" dur="1000" fill="hold"/>
                                        <p:tgtEl>
                                          <p:spTgt spid="1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DA04FE-596C-12BD-F8F3-807AB24C6842}"/>
            </a:ext>
          </a:extLst>
        </p:cNvPr>
        <p:cNvGrpSpPr/>
        <p:nvPr/>
      </p:nvGrpSpPr>
      <p:grpSpPr>
        <a:xfrm>
          <a:off x="0" y="0"/>
          <a:ext cx="0" cy="0"/>
          <a:chOff x="0" y="0"/>
          <a:chExt cx="0" cy="0"/>
        </a:xfrm>
      </p:grpSpPr>
      <p:sp>
        <p:nvSpPr>
          <p:cNvPr id="22" name="Yuvarlatılmış Dikdörtgen 21">
            <a:extLst>
              <a:ext uri="{FF2B5EF4-FFF2-40B4-BE49-F238E27FC236}">
                <a16:creationId xmlns:a16="http://schemas.microsoft.com/office/drawing/2014/main" id="{50355C96-5770-BE41-C96E-992383B84843}"/>
              </a:ext>
            </a:extLst>
          </p:cNvPr>
          <p:cNvSpPr/>
          <p:nvPr/>
        </p:nvSpPr>
        <p:spPr>
          <a:xfrm>
            <a:off x="598430" y="2274415"/>
            <a:ext cx="2211146" cy="517002"/>
          </a:xfrm>
          <a:prstGeom prst="roundRect">
            <a:avLst/>
          </a:prstGeom>
          <a:solidFill>
            <a:srgbClr val="FC661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tr-TR">
              <a:latin typeface="Calibri" panose="020F0502020204030204" pitchFamily="34" charset="0"/>
              <a:ea typeface="Calibri" panose="020F0502020204030204" pitchFamily="34" charset="0"/>
              <a:cs typeface="Calibri" panose="020F0502020204030204" pitchFamily="34" charset="0"/>
            </a:endParaRPr>
          </a:p>
        </p:txBody>
      </p:sp>
      <p:sp>
        <p:nvSpPr>
          <p:cNvPr id="34" name="Title 1">
            <a:extLst>
              <a:ext uri="{FF2B5EF4-FFF2-40B4-BE49-F238E27FC236}">
                <a16:creationId xmlns:a16="http://schemas.microsoft.com/office/drawing/2014/main" id="{D870356D-D6FE-FD48-35A6-05D89E0D0D82}"/>
              </a:ext>
            </a:extLst>
          </p:cNvPr>
          <p:cNvSpPr txBox="1">
            <a:spLocks/>
          </p:cNvSpPr>
          <p:nvPr/>
        </p:nvSpPr>
        <p:spPr>
          <a:xfrm>
            <a:off x="602194" y="1034490"/>
            <a:ext cx="8205904" cy="517001"/>
          </a:xfrm>
          <a:prstGeom prst="rect">
            <a:avLst/>
          </a:prstGeom>
        </p:spPr>
        <p:txBody>
          <a:bodyPr wrap="square" lIns="0" tIns="0" rIns="0" bIns="0">
            <a:spAutoFit/>
          </a:bodyPr>
          <a:lstStyle>
            <a:defPPr>
              <a:defRPr lang="en-US"/>
            </a:defPPr>
            <a:lvl1pPr defTabSz="1828800">
              <a:lnSpc>
                <a:spcPct val="90000"/>
              </a:lnSpc>
              <a:spcBef>
                <a:spcPct val="0"/>
              </a:spcBef>
              <a:buNone/>
              <a:defRPr sz="3200" b="1" cap="none" spc="-38" baseline="0">
                <a:latin typeface="Gilroy-RegularItalic" pitchFamily="2" charset="0"/>
                <a:ea typeface="Open Sans" panose="020B0606030504020204" pitchFamily="34" charset="0"/>
                <a:cs typeface="Open Sans" panose="020B0606030504020204" pitchFamily="34" charset="0"/>
              </a:defRPr>
            </a:lvl1pPr>
          </a:lstStyle>
          <a:p>
            <a:pPr defTabSz="2438339"/>
            <a:r>
              <a:rPr lang="tr-TR" sz="3733" spc="-51" dirty="0">
                <a:solidFill>
                  <a:srgbClr val="003CA6"/>
                </a:solidFill>
                <a:latin typeface="Calibri" panose="020F0502020204030204" pitchFamily="34" charset="0"/>
                <a:ea typeface="Calibri" panose="020F0502020204030204" pitchFamily="34" charset="0"/>
                <a:cs typeface="Calibri" panose="020F0502020204030204" pitchFamily="34" charset="0"/>
              </a:rPr>
              <a:t>Sahadan Gelen İhtiyaç</a:t>
            </a:r>
          </a:p>
        </p:txBody>
      </p:sp>
      <p:pic>
        <p:nvPicPr>
          <p:cNvPr id="5" name="Resim 4" descr="yazı tipi, grafik, grafik tasarım, metin içeren bir resim&#10;&#10;Yapay zeka tarafından oluşturulmuş içerik yanlış olabilir.">
            <a:extLst>
              <a:ext uri="{FF2B5EF4-FFF2-40B4-BE49-F238E27FC236}">
                <a16:creationId xmlns:a16="http://schemas.microsoft.com/office/drawing/2014/main" id="{759CD5AD-8C17-BC9E-C4C8-3D9114F03E3B}"/>
              </a:ext>
            </a:extLst>
          </p:cNvPr>
          <p:cNvPicPr>
            <a:picLocks noChangeAspect="1"/>
          </p:cNvPicPr>
          <p:nvPr/>
        </p:nvPicPr>
        <p:blipFill>
          <a:blip r:embed="rId2"/>
          <a:stretch>
            <a:fillRect/>
          </a:stretch>
        </p:blipFill>
        <p:spPr>
          <a:xfrm>
            <a:off x="10048240" y="427446"/>
            <a:ext cx="1649518" cy="568557"/>
          </a:xfrm>
          <a:prstGeom prst="rect">
            <a:avLst/>
          </a:prstGeom>
        </p:spPr>
      </p:pic>
      <p:pic>
        <p:nvPicPr>
          <p:cNvPr id="12" name="Resim 11" descr="metin, yazı tipi, grafik, poster içeren bir resim&#10;&#10;Yapay zeka tarafından oluşturulmuş içerik yanlış olabilir.">
            <a:extLst>
              <a:ext uri="{FF2B5EF4-FFF2-40B4-BE49-F238E27FC236}">
                <a16:creationId xmlns:a16="http://schemas.microsoft.com/office/drawing/2014/main" id="{74D381BB-20BD-0426-E553-5478CF662400}"/>
              </a:ext>
            </a:extLst>
          </p:cNvPr>
          <p:cNvPicPr>
            <a:picLocks noChangeAspect="1"/>
          </p:cNvPicPr>
          <p:nvPr/>
        </p:nvPicPr>
        <p:blipFill>
          <a:blip r:embed="rId3"/>
          <a:stretch>
            <a:fillRect/>
          </a:stretch>
        </p:blipFill>
        <p:spPr>
          <a:xfrm>
            <a:off x="598430" y="5487444"/>
            <a:ext cx="832805" cy="943110"/>
          </a:xfrm>
          <a:prstGeom prst="rect">
            <a:avLst/>
          </a:prstGeom>
        </p:spPr>
      </p:pic>
      <p:pic>
        <p:nvPicPr>
          <p:cNvPr id="14" name="Resim 13" descr="portakal, turuncu, tasarım, yaratıcılık içeren bir resim&#10;&#10;Yapay zeka tarafından oluşturulmuş içerik yanlış olabilir.">
            <a:extLst>
              <a:ext uri="{FF2B5EF4-FFF2-40B4-BE49-F238E27FC236}">
                <a16:creationId xmlns:a16="http://schemas.microsoft.com/office/drawing/2014/main" id="{04E319F7-0449-36DF-C769-FC65C89BB622}"/>
              </a:ext>
            </a:extLst>
          </p:cNvPr>
          <p:cNvPicPr>
            <a:picLocks noChangeAspect="1"/>
          </p:cNvPicPr>
          <p:nvPr/>
        </p:nvPicPr>
        <p:blipFill>
          <a:blip r:embed="rId4"/>
          <a:srcRect b="52813"/>
          <a:stretch>
            <a:fillRect/>
          </a:stretch>
        </p:blipFill>
        <p:spPr>
          <a:xfrm>
            <a:off x="10212945" y="4983075"/>
            <a:ext cx="2040280" cy="1975865"/>
          </a:xfrm>
          <a:prstGeom prst="rect">
            <a:avLst/>
          </a:prstGeom>
        </p:spPr>
      </p:pic>
      <p:pic>
        <p:nvPicPr>
          <p:cNvPr id="15" name="Resim 14" descr="yeşil, tasarım içeren bir resim&#10;&#10;Yapay zeka tarafından oluşturulmuş içerik yanlış olabilir.">
            <a:extLst>
              <a:ext uri="{FF2B5EF4-FFF2-40B4-BE49-F238E27FC236}">
                <a16:creationId xmlns:a16="http://schemas.microsoft.com/office/drawing/2014/main" id="{6FEF6B1D-1705-6B44-8292-DCD85ED18FD1}"/>
              </a:ext>
            </a:extLst>
          </p:cNvPr>
          <p:cNvPicPr>
            <a:picLocks noChangeAspect="1"/>
          </p:cNvPicPr>
          <p:nvPr/>
        </p:nvPicPr>
        <p:blipFill>
          <a:blip r:embed="rId5"/>
          <a:srcRect b="20626"/>
          <a:stretch>
            <a:fillRect/>
          </a:stretch>
        </p:blipFill>
        <p:spPr>
          <a:xfrm>
            <a:off x="11513820" y="5297122"/>
            <a:ext cx="1020296" cy="1661818"/>
          </a:xfrm>
          <a:prstGeom prst="rect">
            <a:avLst/>
          </a:prstGeom>
        </p:spPr>
      </p:pic>
      <p:pic>
        <p:nvPicPr>
          <p:cNvPr id="16" name="Resim 15" descr="meneviş mavisi, ekran görüntüsü, mavi, tasarım içeren bir resim&#10;&#10;Yapay zeka tarafından oluşturulmuş içerik yanlış olabilir.">
            <a:extLst>
              <a:ext uri="{FF2B5EF4-FFF2-40B4-BE49-F238E27FC236}">
                <a16:creationId xmlns:a16="http://schemas.microsoft.com/office/drawing/2014/main" id="{98DB2D02-E498-A8B6-7F0B-EDD511171570}"/>
              </a:ext>
            </a:extLst>
          </p:cNvPr>
          <p:cNvPicPr>
            <a:picLocks noChangeAspect="1"/>
          </p:cNvPicPr>
          <p:nvPr/>
        </p:nvPicPr>
        <p:blipFill>
          <a:blip r:embed="rId6"/>
          <a:srcRect b="53491"/>
          <a:stretch>
            <a:fillRect/>
          </a:stretch>
        </p:blipFill>
        <p:spPr>
          <a:xfrm>
            <a:off x="10396101" y="6145235"/>
            <a:ext cx="852455" cy="813705"/>
          </a:xfrm>
          <a:prstGeom prst="rect">
            <a:avLst/>
          </a:prstGeom>
        </p:spPr>
      </p:pic>
      <p:pic>
        <p:nvPicPr>
          <p:cNvPr id="18" name="Resim 17">
            <a:extLst>
              <a:ext uri="{FF2B5EF4-FFF2-40B4-BE49-F238E27FC236}">
                <a16:creationId xmlns:a16="http://schemas.microsoft.com/office/drawing/2014/main" id="{EAB46958-953B-3D09-06C5-A24830F77383}"/>
              </a:ext>
            </a:extLst>
          </p:cNvPr>
          <p:cNvPicPr>
            <a:picLocks noChangeAspect="1"/>
          </p:cNvPicPr>
          <p:nvPr/>
        </p:nvPicPr>
        <p:blipFill>
          <a:blip r:embed="rId7" cstate="screen">
            <a:extLst>
              <a:ext uri="{28A0092B-C50C-407E-A947-70E740481C1C}">
                <a14:useLocalDpi xmlns:a14="http://schemas.microsoft.com/office/drawing/2010/main"/>
              </a:ext>
            </a:extLst>
          </a:blip>
          <a:stretch>
            <a:fillRect/>
          </a:stretch>
        </p:blipFill>
        <p:spPr>
          <a:xfrm>
            <a:off x="3255070" y="2345127"/>
            <a:ext cx="158570" cy="255232"/>
          </a:xfrm>
          <a:prstGeom prst="rect">
            <a:avLst/>
          </a:prstGeom>
        </p:spPr>
      </p:pic>
      <p:sp>
        <p:nvSpPr>
          <p:cNvPr id="19" name="Metin kutusu 18">
            <a:extLst>
              <a:ext uri="{FF2B5EF4-FFF2-40B4-BE49-F238E27FC236}">
                <a16:creationId xmlns:a16="http://schemas.microsoft.com/office/drawing/2014/main" id="{120B8614-403A-C507-9C58-C0EB89C8615B}"/>
              </a:ext>
            </a:extLst>
          </p:cNvPr>
          <p:cNvSpPr txBox="1"/>
          <p:nvPr/>
        </p:nvSpPr>
        <p:spPr>
          <a:xfrm>
            <a:off x="660702" y="2335217"/>
            <a:ext cx="1953999" cy="400110"/>
          </a:xfrm>
          <a:prstGeom prst="rect">
            <a:avLst/>
          </a:prstGeom>
          <a:noFill/>
        </p:spPr>
        <p:txBody>
          <a:bodyPr wrap="square" rtlCol="0">
            <a:spAutoFit/>
          </a:bodyPr>
          <a:lstStyle/>
          <a:p>
            <a:pPr algn="ctr"/>
            <a:r>
              <a:rPr lang="tr-TR" sz="2000" b="1" dirty="0">
                <a:solidFill>
                  <a:schemeClr val="bg1"/>
                </a:solidFill>
                <a:latin typeface="Calibri" panose="020F0502020204030204" pitchFamily="34" charset="0"/>
                <a:ea typeface="Calibri" panose="020F0502020204030204" pitchFamily="34" charset="0"/>
                <a:cs typeface="Calibri" panose="020F0502020204030204" pitchFamily="34" charset="0"/>
              </a:rPr>
              <a:t>İhtiyaçlar:</a:t>
            </a:r>
          </a:p>
        </p:txBody>
      </p:sp>
      <p:sp>
        <p:nvSpPr>
          <p:cNvPr id="23" name="Metin kutusu 22">
            <a:extLst>
              <a:ext uri="{FF2B5EF4-FFF2-40B4-BE49-F238E27FC236}">
                <a16:creationId xmlns:a16="http://schemas.microsoft.com/office/drawing/2014/main" id="{D515FF69-4365-F017-8710-48CC2CA61F4C}"/>
              </a:ext>
            </a:extLst>
          </p:cNvPr>
          <p:cNvSpPr txBox="1"/>
          <p:nvPr/>
        </p:nvSpPr>
        <p:spPr>
          <a:xfrm>
            <a:off x="3500076" y="2274415"/>
            <a:ext cx="3475987" cy="369332"/>
          </a:xfrm>
          <a:prstGeom prst="rect">
            <a:avLst/>
          </a:prstGeom>
          <a:noFill/>
        </p:spPr>
        <p:txBody>
          <a:bodyPr wrap="square" rtlCol="0">
            <a:spAutoFit/>
          </a:bodyPr>
          <a:lstStyle/>
          <a:p>
            <a:pPr lvl="0" eaLnBrk="0" fontAlgn="base" hangingPunct="0">
              <a:spcBef>
                <a:spcPct val="0"/>
              </a:spcBef>
              <a:spcAft>
                <a:spcPct val="0"/>
              </a:spcAft>
            </a:pPr>
            <a:r>
              <a:rPr lang="tr-TR" altLang="tr-TR" dirty="0">
                <a:latin typeface="Calibri" panose="020F0502020204030204" pitchFamily="34" charset="0"/>
                <a:ea typeface="Calibri" panose="020F0502020204030204" pitchFamily="34" charset="0"/>
                <a:cs typeface="Calibri" panose="020F0502020204030204" pitchFamily="34" charset="0"/>
              </a:rPr>
              <a:t>Sıcaklığın erken tespiti, </a:t>
            </a:r>
          </a:p>
        </p:txBody>
      </p:sp>
      <p:cxnSp>
        <p:nvCxnSpPr>
          <p:cNvPr id="28" name="Düz Bağlayıcı 27">
            <a:extLst>
              <a:ext uri="{FF2B5EF4-FFF2-40B4-BE49-F238E27FC236}">
                <a16:creationId xmlns:a16="http://schemas.microsoft.com/office/drawing/2014/main" id="{3411D9A0-1547-3AEC-163B-4F593FAC54D9}"/>
              </a:ext>
            </a:extLst>
          </p:cNvPr>
          <p:cNvCxnSpPr>
            <a:cxnSpLocks/>
          </p:cNvCxnSpPr>
          <p:nvPr/>
        </p:nvCxnSpPr>
        <p:spPr>
          <a:xfrm flipH="1">
            <a:off x="3239999" y="2746850"/>
            <a:ext cx="3736064" cy="0"/>
          </a:xfrm>
          <a:prstGeom prst="line">
            <a:avLst/>
          </a:prstGeom>
          <a:ln>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pic>
        <p:nvPicPr>
          <p:cNvPr id="17" name="Resim 16">
            <a:extLst>
              <a:ext uri="{FF2B5EF4-FFF2-40B4-BE49-F238E27FC236}">
                <a16:creationId xmlns:a16="http://schemas.microsoft.com/office/drawing/2014/main" id="{FFC36892-CEF4-29B7-8C1F-5477B3F8BC8B}"/>
              </a:ext>
            </a:extLst>
          </p:cNvPr>
          <p:cNvPicPr>
            <a:picLocks noChangeAspect="1"/>
          </p:cNvPicPr>
          <p:nvPr/>
        </p:nvPicPr>
        <p:blipFill>
          <a:blip r:embed="rId7" cstate="screen">
            <a:extLst>
              <a:ext uri="{28A0092B-C50C-407E-A947-70E740481C1C}">
                <a14:useLocalDpi xmlns:a14="http://schemas.microsoft.com/office/drawing/2010/main"/>
              </a:ext>
            </a:extLst>
          </a:blip>
          <a:stretch>
            <a:fillRect/>
          </a:stretch>
        </p:blipFill>
        <p:spPr>
          <a:xfrm>
            <a:off x="3255070" y="2927023"/>
            <a:ext cx="158570" cy="255232"/>
          </a:xfrm>
          <a:prstGeom prst="rect">
            <a:avLst/>
          </a:prstGeom>
        </p:spPr>
      </p:pic>
      <p:sp>
        <p:nvSpPr>
          <p:cNvPr id="20" name="Metin kutusu 19">
            <a:extLst>
              <a:ext uri="{FF2B5EF4-FFF2-40B4-BE49-F238E27FC236}">
                <a16:creationId xmlns:a16="http://schemas.microsoft.com/office/drawing/2014/main" id="{3805E905-271F-882F-9994-338A57CC7FA4}"/>
              </a:ext>
            </a:extLst>
          </p:cNvPr>
          <p:cNvSpPr txBox="1"/>
          <p:nvPr/>
        </p:nvSpPr>
        <p:spPr>
          <a:xfrm>
            <a:off x="3500076" y="2856311"/>
            <a:ext cx="3475987" cy="369332"/>
          </a:xfrm>
          <a:prstGeom prst="rect">
            <a:avLst/>
          </a:prstGeom>
          <a:noFill/>
        </p:spPr>
        <p:txBody>
          <a:bodyPr wrap="square" rtlCol="0">
            <a:spAutoFit/>
          </a:bodyPr>
          <a:lstStyle/>
          <a:p>
            <a:pPr lvl="0" eaLnBrk="0" fontAlgn="base" hangingPunct="0">
              <a:spcBef>
                <a:spcPct val="0"/>
              </a:spcBef>
              <a:spcAft>
                <a:spcPct val="0"/>
              </a:spcAft>
            </a:pPr>
            <a:r>
              <a:rPr lang="tr-TR" altLang="tr-TR" dirty="0">
                <a:latin typeface="Calibri" panose="020F0502020204030204" pitchFamily="34" charset="0"/>
                <a:ea typeface="Calibri" panose="020F0502020204030204" pitchFamily="34" charset="0"/>
                <a:cs typeface="Calibri" panose="020F0502020204030204" pitchFamily="34" charset="0"/>
              </a:rPr>
              <a:t>Nem ve çevrenin takibi, </a:t>
            </a:r>
          </a:p>
        </p:txBody>
      </p:sp>
      <p:cxnSp>
        <p:nvCxnSpPr>
          <p:cNvPr id="24" name="Düz Bağlayıcı 23">
            <a:extLst>
              <a:ext uri="{FF2B5EF4-FFF2-40B4-BE49-F238E27FC236}">
                <a16:creationId xmlns:a16="http://schemas.microsoft.com/office/drawing/2014/main" id="{81C1F611-91F6-59A7-9FC3-02BC108791EC}"/>
              </a:ext>
            </a:extLst>
          </p:cNvPr>
          <p:cNvCxnSpPr>
            <a:cxnSpLocks/>
          </p:cNvCxnSpPr>
          <p:nvPr/>
        </p:nvCxnSpPr>
        <p:spPr>
          <a:xfrm flipH="1">
            <a:off x="3239999" y="3328740"/>
            <a:ext cx="3736064" cy="0"/>
          </a:xfrm>
          <a:prstGeom prst="line">
            <a:avLst/>
          </a:prstGeom>
          <a:ln>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pic>
        <p:nvPicPr>
          <p:cNvPr id="25" name="Resim 24">
            <a:extLst>
              <a:ext uri="{FF2B5EF4-FFF2-40B4-BE49-F238E27FC236}">
                <a16:creationId xmlns:a16="http://schemas.microsoft.com/office/drawing/2014/main" id="{39F7FA1B-0D27-584F-940D-257A48EDEEFB}"/>
              </a:ext>
            </a:extLst>
          </p:cNvPr>
          <p:cNvPicPr>
            <a:picLocks noChangeAspect="1"/>
          </p:cNvPicPr>
          <p:nvPr/>
        </p:nvPicPr>
        <p:blipFill>
          <a:blip r:embed="rId7" cstate="screen">
            <a:extLst>
              <a:ext uri="{28A0092B-C50C-407E-A947-70E740481C1C}">
                <a14:useLocalDpi xmlns:a14="http://schemas.microsoft.com/office/drawing/2010/main"/>
              </a:ext>
            </a:extLst>
          </a:blip>
          <a:stretch>
            <a:fillRect/>
          </a:stretch>
        </p:blipFill>
        <p:spPr>
          <a:xfrm>
            <a:off x="3255070" y="3508913"/>
            <a:ext cx="158570" cy="255232"/>
          </a:xfrm>
          <a:prstGeom prst="rect">
            <a:avLst/>
          </a:prstGeom>
        </p:spPr>
      </p:pic>
      <p:sp>
        <p:nvSpPr>
          <p:cNvPr id="27" name="Metin kutusu 26">
            <a:extLst>
              <a:ext uri="{FF2B5EF4-FFF2-40B4-BE49-F238E27FC236}">
                <a16:creationId xmlns:a16="http://schemas.microsoft.com/office/drawing/2014/main" id="{8DC26436-22BD-B705-0D7A-D7C6F49C8D64}"/>
              </a:ext>
            </a:extLst>
          </p:cNvPr>
          <p:cNvSpPr txBox="1"/>
          <p:nvPr/>
        </p:nvSpPr>
        <p:spPr>
          <a:xfrm>
            <a:off x="3500076" y="3438201"/>
            <a:ext cx="3475987" cy="369332"/>
          </a:xfrm>
          <a:prstGeom prst="rect">
            <a:avLst/>
          </a:prstGeom>
          <a:noFill/>
        </p:spPr>
        <p:txBody>
          <a:bodyPr wrap="square" rtlCol="0">
            <a:spAutoFit/>
          </a:bodyPr>
          <a:lstStyle/>
          <a:p>
            <a:pPr lvl="0" eaLnBrk="0" fontAlgn="base" hangingPunct="0">
              <a:spcBef>
                <a:spcPct val="0"/>
              </a:spcBef>
              <a:spcAft>
                <a:spcPct val="0"/>
              </a:spcAft>
            </a:pPr>
            <a:r>
              <a:rPr lang="tr-TR" altLang="tr-TR" dirty="0">
                <a:latin typeface="Calibri" panose="020F0502020204030204" pitchFamily="34" charset="0"/>
                <a:ea typeface="Calibri" panose="020F0502020204030204" pitchFamily="34" charset="0"/>
                <a:cs typeface="Calibri" panose="020F0502020204030204" pitchFamily="34" charset="0"/>
              </a:rPr>
              <a:t>Akım ve sıcaklık izlenmesi, </a:t>
            </a:r>
          </a:p>
        </p:txBody>
      </p:sp>
      <p:cxnSp>
        <p:nvCxnSpPr>
          <p:cNvPr id="30" name="Düz Bağlayıcı 29">
            <a:extLst>
              <a:ext uri="{FF2B5EF4-FFF2-40B4-BE49-F238E27FC236}">
                <a16:creationId xmlns:a16="http://schemas.microsoft.com/office/drawing/2014/main" id="{7ED935A6-C8A4-7EF8-C224-9A9240FCE9A0}"/>
              </a:ext>
            </a:extLst>
          </p:cNvPr>
          <p:cNvCxnSpPr>
            <a:cxnSpLocks/>
          </p:cNvCxnSpPr>
          <p:nvPr/>
        </p:nvCxnSpPr>
        <p:spPr>
          <a:xfrm flipH="1">
            <a:off x="3239999" y="3886878"/>
            <a:ext cx="3736064" cy="0"/>
          </a:xfrm>
          <a:prstGeom prst="line">
            <a:avLst/>
          </a:prstGeom>
          <a:ln>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pic>
        <p:nvPicPr>
          <p:cNvPr id="31" name="Resim 30">
            <a:extLst>
              <a:ext uri="{FF2B5EF4-FFF2-40B4-BE49-F238E27FC236}">
                <a16:creationId xmlns:a16="http://schemas.microsoft.com/office/drawing/2014/main" id="{6F8E53A1-FFBC-089C-E4F6-62FEC9627B3B}"/>
              </a:ext>
            </a:extLst>
          </p:cNvPr>
          <p:cNvPicPr>
            <a:picLocks noChangeAspect="1"/>
          </p:cNvPicPr>
          <p:nvPr/>
        </p:nvPicPr>
        <p:blipFill>
          <a:blip r:embed="rId7" cstate="screen">
            <a:extLst>
              <a:ext uri="{28A0092B-C50C-407E-A947-70E740481C1C}">
                <a14:useLocalDpi xmlns:a14="http://schemas.microsoft.com/office/drawing/2010/main"/>
              </a:ext>
            </a:extLst>
          </a:blip>
          <a:stretch>
            <a:fillRect/>
          </a:stretch>
        </p:blipFill>
        <p:spPr>
          <a:xfrm>
            <a:off x="3255070" y="4043301"/>
            <a:ext cx="158570" cy="255232"/>
          </a:xfrm>
          <a:prstGeom prst="rect">
            <a:avLst/>
          </a:prstGeom>
        </p:spPr>
      </p:pic>
      <p:sp>
        <p:nvSpPr>
          <p:cNvPr id="32" name="Metin kutusu 31">
            <a:extLst>
              <a:ext uri="{FF2B5EF4-FFF2-40B4-BE49-F238E27FC236}">
                <a16:creationId xmlns:a16="http://schemas.microsoft.com/office/drawing/2014/main" id="{14086004-9CD8-1DEE-0A10-0D5B71800214}"/>
              </a:ext>
            </a:extLst>
          </p:cNvPr>
          <p:cNvSpPr txBox="1"/>
          <p:nvPr/>
        </p:nvSpPr>
        <p:spPr>
          <a:xfrm>
            <a:off x="3500076" y="3972589"/>
            <a:ext cx="3475987" cy="646331"/>
          </a:xfrm>
          <a:prstGeom prst="rect">
            <a:avLst/>
          </a:prstGeom>
          <a:noFill/>
        </p:spPr>
        <p:txBody>
          <a:bodyPr wrap="square" rtlCol="0">
            <a:spAutoFit/>
          </a:bodyPr>
          <a:lstStyle/>
          <a:p>
            <a:pPr lvl="0" eaLnBrk="0" fontAlgn="base" hangingPunct="0">
              <a:spcBef>
                <a:spcPct val="0"/>
              </a:spcBef>
              <a:spcAft>
                <a:spcPct val="0"/>
              </a:spcAft>
            </a:pPr>
            <a:r>
              <a:rPr lang="tr-TR" altLang="tr-TR" dirty="0">
                <a:latin typeface="Calibri" panose="020F0502020204030204" pitchFamily="34" charset="0"/>
                <a:ea typeface="Calibri" panose="020F0502020204030204" pitchFamily="34" charset="0"/>
                <a:cs typeface="Calibri" panose="020F0502020204030204" pitchFamily="34" charset="0"/>
              </a:rPr>
              <a:t>Kısmi deşarj gibi belirtilerin izlenmesi, </a:t>
            </a:r>
          </a:p>
        </p:txBody>
      </p:sp>
      <p:pic>
        <p:nvPicPr>
          <p:cNvPr id="33" name="Resim 32">
            <a:extLst>
              <a:ext uri="{FF2B5EF4-FFF2-40B4-BE49-F238E27FC236}">
                <a16:creationId xmlns:a16="http://schemas.microsoft.com/office/drawing/2014/main" id="{336176F9-B79B-DB4C-10CB-321EC0B215B8}"/>
              </a:ext>
            </a:extLst>
          </p:cNvPr>
          <p:cNvPicPr>
            <a:picLocks noChangeAspect="1"/>
          </p:cNvPicPr>
          <p:nvPr/>
        </p:nvPicPr>
        <p:blipFill>
          <a:blip r:embed="rId7" cstate="screen">
            <a:extLst>
              <a:ext uri="{28A0092B-C50C-407E-A947-70E740481C1C}">
                <a14:useLocalDpi xmlns:a14="http://schemas.microsoft.com/office/drawing/2010/main"/>
              </a:ext>
            </a:extLst>
          </a:blip>
          <a:stretch>
            <a:fillRect/>
          </a:stretch>
        </p:blipFill>
        <p:spPr>
          <a:xfrm>
            <a:off x="7352057" y="2345127"/>
            <a:ext cx="158570" cy="255232"/>
          </a:xfrm>
          <a:prstGeom prst="rect">
            <a:avLst/>
          </a:prstGeom>
        </p:spPr>
      </p:pic>
      <p:sp>
        <p:nvSpPr>
          <p:cNvPr id="35" name="Metin kutusu 34">
            <a:extLst>
              <a:ext uri="{FF2B5EF4-FFF2-40B4-BE49-F238E27FC236}">
                <a16:creationId xmlns:a16="http://schemas.microsoft.com/office/drawing/2014/main" id="{DEABA2A4-30F3-8342-4759-1AE0FC0C9EBD}"/>
              </a:ext>
            </a:extLst>
          </p:cNvPr>
          <p:cNvSpPr txBox="1"/>
          <p:nvPr/>
        </p:nvSpPr>
        <p:spPr>
          <a:xfrm>
            <a:off x="7597063" y="2274415"/>
            <a:ext cx="3475987" cy="369332"/>
          </a:xfrm>
          <a:prstGeom prst="rect">
            <a:avLst/>
          </a:prstGeom>
          <a:noFill/>
        </p:spPr>
        <p:txBody>
          <a:bodyPr wrap="square" rtlCol="0">
            <a:spAutoFit/>
          </a:bodyPr>
          <a:lstStyle/>
          <a:p>
            <a:pPr lvl="0" eaLnBrk="0" fontAlgn="base" hangingPunct="0">
              <a:spcBef>
                <a:spcPct val="0"/>
              </a:spcBef>
              <a:spcAft>
                <a:spcPct val="0"/>
              </a:spcAft>
            </a:pPr>
            <a:r>
              <a:rPr lang="tr-TR" altLang="tr-TR" dirty="0">
                <a:latin typeface="Calibri" panose="020F0502020204030204" pitchFamily="34" charset="0"/>
                <a:ea typeface="Calibri" panose="020F0502020204030204" pitchFamily="34" charset="0"/>
                <a:cs typeface="Calibri" panose="020F0502020204030204" pitchFamily="34" charset="0"/>
              </a:rPr>
              <a:t>Yangın riskinin fark edilmesi, </a:t>
            </a:r>
          </a:p>
        </p:txBody>
      </p:sp>
      <p:cxnSp>
        <p:nvCxnSpPr>
          <p:cNvPr id="36" name="Düz Bağlayıcı 35">
            <a:extLst>
              <a:ext uri="{FF2B5EF4-FFF2-40B4-BE49-F238E27FC236}">
                <a16:creationId xmlns:a16="http://schemas.microsoft.com/office/drawing/2014/main" id="{D8A721D1-7FA4-2AE9-D292-E66787E54EA4}"/>
              </a:ext>
            </a:extLst>
          </p:cNvPr>
          <p:cNvCxnSpPr>
            <a:cxnSpLocks/>
          </p:cNvCxnSpPr>
          <p:nvPr/>
        </p:nvCxnSpPr>
        <p:spPr>
          <a:xfrm flipH="1">
            <a:off x="7336986" y="2746850"/>
            <a:ext cx="3736064" cy="0"/>
          </a:xfrm>
          <a:prstGeom prst="line">
            <a:avLst/>
          </a:prstGeom>
          <a:ln>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pic>
        <p:nvPicPr>
          <p:cNvPr id="37" name="Resim 36">
            <a:extLst>
              <a:ext uri="{FF2B5EF4-FFF2-40B4-BE49-F238E27FC236}">
                <a16:creationId xmlns:a16="http://schemas.microsoft.com/office/drawing/2014/main" id="{F44E44B5-AD1F-7A09-2ABF-AF44B8B00B82}"/>
              </a:ext>
            </a:extLst>
          </p:cNvPr>
          <p:cNvPicPr>
            <a:picLocks noChangeAspect="1"/>
          </p:cNvPicPr>
          <p:nvPr/>
        </p:nvPicPr>
        <p:blipFill>
          <a:blip r:embed="rId7" cstate="screen">
            <a:extLst>
              <a:ext uri="{28A0092B-C50C-407E-A947-70E740481C1C}">
                <a14:useLocalDpi xmlns:a14="http://schemas.microsoft.com/office/drawing/2010/main"/>
              </a:ext>
            </a:extLst>
          </a:blip>
          <a:stretch>
            <a:fillRect/>
          </a:stretch>
        </p:blipFill>
        <p:spPr>
          <a:xfrm>
            <a:off x="7352057" y="2927023"/>
            <a:ext cx="158570" cy="255232"/>
          </a:xfrm>
          <a:prstGeom prst="rect">
            <a:avLst/>
          </a:prstGeom>
        </p:spPr>
      </p:pic>
      <p:sp>
        <p:nvSpPr>
          <p:cNvPr id="38" name="Metin kutusu 37">
            <a:extLst>
              <a:ext uri="{FF2B5EF4-FFF2-40B4-BE49-F238E27FC236}">
                <a16:creationId xmlns:a16="http://schemas.microsoft.com/office/drawing/2014/main" id="{421168B6-4CF3-C1C3-F853-CF073E19DD5E}"/>
              </a:ext>
            </a:extLst>
          </p:cNvPr>
          <p:cNvSpPr txBox="1"/>
          <p:nvPr/>
        </p:nvSpPr>
        <p:spPr>
          <a:xfrm>
            <a:off x="7597063" y="2856311"/>
            <a:ext cx="3651493" cy="369332"/>
          </a:xfrm>
          <a:prstGeom prst="rect">
            <a:avLst/>
          </a:prstGeom>
          <a:noFill/>
        </p:spPr>
        <p:txBody>
          <a:bodyPr wrap="square" rtlCol="0">
            <a:spAutoFit/>
          </a:bodyPr>
          <a:lstStyle/>
          <a:p>
            <a:pPr lvl="0" eaLnBrk="0" fontAlgn="base" hangingPunct="0">
              <a:spcBef>
                <a:spcPct val="0"/>
              </a:spcBef>
              <a:spcAft>
                <a:spcPct val="0"/>
              </a:spcAft>
            </a:pPr>
            <a:r>
              <a:rPr lang="tr-TR" altLang="tr-TR" dirty="0">
                <a:latin typeface="Calibri" panose="020F0502020204030204" pitchFamily="34" charset="0"/>
                <a:ea typeface="Calibri" panose="020F0502020204030204" pitchFamily="34" charset="0"/>
                <a:cs typeface="Calibri" panose="020F0502020204030204" pitchFamily="34" charset="0"/>
              </a:rPr>
              <a:t>Verilerin merkeze aktarımı, </a:t>
            </a:r>
          </a:p>
        </p:txBody>
      </p:sp>
      <p:cxnSp>
        <p:nvCxnSpPr>
          <p:cNvPr id="39" name="Düz Bağlayıcı 38">
            <a:extLst>
              <a:ext uri="{FF2B5EF4-FFF2-40B4-BE49-F238E27FC236}">
                <a16:creationId xmlns:a16="http://schemas.microsoft.com/office/drawing/2014/main" id="{4368E154-CEC7-CFEF-1E4F-8085EEFCD4C5}"/>
              </a:ext>
            </a:extLst>
          </p:cNvPr>
          <p:cNvCxnSpPr>
            <a:cxnSpLocks/>
          </p:cNvCxnSpPr>
          <p:nvPr/>
        </p:nvCxnSpPr>
        <p:spPr>
          <a:xfrm flipH="1">
            <a:off x="7336986" y="3328740"/>
            <a:ext cx="3736064" cy="0"/>
          </a:xfrm>
          <a:prstGeom prst="line">
            <a:avLst/>
          </a:prstGeom>
          <a:ln>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pic>
        <p:nvPicPr>
          <p:cNvPr id="41" name="Resim 40">
            <a:extLst>
              <a:ext uri="{FF2B5EF4-FFF2-40B4-BE49-F238E27FC236}">
                <a16:creationId xmlns:a16="http://schemas.microsoft.com/office/drawing/2014/main" id="{45DC1432-9A93-E7FC-FC98-C7170D78C791}"/>
              </a:ext>
            </a:extLst>
          </p:cNvPr>
          <p:cNvPicPr>
            <a:picLocks noChangeAspect="1"/>
          </p:cNvPicPr>
          <p:nvPr/>
        </p:nvPicPr>
        <p:blipFill>
          <a:blip r:embed="rId7" cstate="screen">
            <a:extLst>
              <a:ext uri="{28A0092B-C50C-407E-A947-70E740481C1C}">
                <a14:useLocalDpi xmlns:a14="http://schemas.microsoft.com/office/drawing/2010/main"/>
              </a:ext>
            </a:extLst>
          </a:blip>
          <a:stretch>
            <a:fillRect/>
          </a:stretch>
        </p:blipFill>
        <p:spPr>
          <a:xfrm>
            <a:off x="7352057" y="3591209"/>
            <a:ext cx="158570" cy="255232"/>
          </a:xfrm>
          <a:prstGeom prst="rect">
            <a:avLst/>
          </a:prstGeom>
        </p:spPr>
      </p:pic>
      <p:cxnSp>
        <p:nvCxnSpPr>
          <p:cNvPr id="43" name="Düz Bağlayıcı 42">
            <a:extLst>
              <a:ext uri="{FF2B5EF4-FFF2-40B4-BE49-F238E27FC236}">
                <a16:creationId xmlns:a16="http://schemas.microsoft.com/office/drawing/2014/main" id="{0CACD8E5-3076-4F86-897E-538FBE42D235}"/>
              </a:ext>
            </a:extLst>
          </p:cNvPr>
          <p:cNvCxnSpPr>
            <a:cxnSpLocks/>
          </p:cNvCxnSpPr>
          <p:nvPr/>
        </p:nvCxnSpPr>
        <p:spPr>
          <a:xfrm flipH="1">
            <a:off x="7336986" y="4124386"/>
            <a:ext cx="3736064" cy="0"/>
          </a:xfrm>
          <a:prstGeom prst="line">
            <a:avLst/>
          </a:prstGeom>
          <a:ln>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pic>
        <p:nvPicPr>
          <p:cNvPr id="50" name="Resim 49">
            <a:extLst>
              <a:ext uri="{FF2B5EF4-FFF2-40B4-BE49-F238E27FC236}">
                <a16:creationId xmlns:a16="http://schemas.microsoft.com/office/drawing/2014/main" id="{8E9B6FFF-53FD-FE19-7AF5-670D13582FD3}"/>
              </a:ext>
            </a:extLst>
          </p:cNvPr>
          <p:cNvPicPr>
            <a:picLocks noChangeAspect="1"/>
          </p:cNvPicPr>
          <p:nvPr/>
        </p:nvPicPr>
        <p:blipFill>
          <a:blip r:embed="rId7" cstate="screen">
            <a:extLst>
              <a:ext uri="{28A0092B-C50C-407E-A947-70E740481C1C}">
                <a14:useLocalDpi xmlns:a14="http://schemas.microsoft.com/office/drawing/2010/main"/>
              </a:ext>
            </a:extLst>
          </a:blip>
          <a:stretch>
            <a:fillRect/>
          </a:stretch>
        </p:blipFill>
        <p:spPr>
          <a:xfrm>
            <a:off x="7352057" y="4316436"/>
            <a:ext cx="158570" cy="255232"/>
          </a:xfrm>
          <a:prstGeom prst="rect">
            <a:avLst/>
          </a:prstGeom>
        </p:spPr>
      </p:pic>
      <p:sp>
        <p:nvSpPr>
          <p:cNvPr id="51" name="Metin kutusu 50">
            <a:extLst>
              <a:ext uri="{FF2B5EF4-FFF2-40B4-BE49-F238E27FC236}">
                <a16:creationId xmlns:a16="http://schemas.microsoft.com/office/drawing/2014/main" id="{99405861-3121-9527-466D-E4B16B6164EC}"/>
              </a:ext>
            </a:extLst>
          </p:cNvPr>
          <p:cNvSpPr txBox="1"/>
          <p:nvPr/>
        </p:nvSpPr>
        <p:spPr>
          <a:xfrm>
            <a:off x="7597063" y="4245724"/>
            <a:ext cx="3475987" cy="646331"/>
          </a:xfrm>
          <a:prstGeom prst="rect">
            <a:avLst/>
          </a:prstGeom>
          <a:noFill/>
        </p:spPr>
        <p:txBody>
          <a:bodyPr wrap="square" rtlCol="0">
            <a:spAutoFit/>
          </a:bodyPr>
          <a:lstStyle/>
          <a:p>
            <a:pPr lvl="0" eaLnBrk="0" fontAlgn="base" hangingPunct="0">
              <a:spcBef>
                <a:spcPct val="0"/>
              </a:spcBef>
              <a:spcAft>
                <a:spcPct val="0"/>
              </a:spcAft>
            </a:pPr>
            <a:r>
              <a:rPr lang="tr-TR" altLang="tr-TR" dirty="0">
                <a:latin typeface="Calibri" panose="020F0502020204030204" pitchFamily="34" charset="0"/>
                <a:ea typeface="Calibri" panose="020F0502020204030204" pitchFamily="34" charset="0"/>
                <a:cs typeface="Calibri" panose="020F0502020204030204" pitchFamily="34" charset="0"/>
              </a:rPr>
              <a:t>Alarm ve anomalilerin izlenebilir hale getirilmesi beklenmektedir.</a:t>
            </a:r>
          </a:p>
        </p:txBody>
      </p:sp>
      <p:cxnSp>
        <p:nvCxnSpPr>
          <p:cNvPr id="52" name="Straight Connector 4">
            <a:extLst>
              <a:ext uri="{FF2B5EF4-FFF2-40B4-BE49-F238E27FC236}">
                <a16:creationId xmlns:a16="http://schemas.microsoft.com/office/drawing/2014/main" id="{E1911E8B-A773-2B4B-231E-85DA102CBF32}"/>
              </a:ext>
            </a:extLst>
          </p:cNvPr>
          <p:cNvCxnSpPr>
            <a:cxnSpLocks/>
          </p:cNvCxnSpPr>
          <p:nvPr/>
        </p:nvCxnSpPr>
        <p:spPr>
          <a:xfrm>
            <a:off x="660702" y="1860805"/>
            <a:ext cx="672767" cy="0"/>
          </a:xfrm>
          <a:prstGeom prst="line">
            <a:avLst/>
          </a:prstGeom>
          <a:noFill/>
          <a:ln w="76200" cap="rnd" cmpd="sng" algn="ctr">
            <a:gradFill flip="none" rotWithShape="1">
              <a:gsLst>
                <a:gs pos="53000">
                  <a:srgbClr val="E86024"/>
                </a:gs>
                <a:gs pos="99000">
                  <a:srgbClr val="D31467"/>
                </a:gs>
              </a:gsLst>
              <a:lin ang="18900000" scaled="1"/>
              <a:tileRect/>
            </a:gradFill>
            <a:prstDash val="solid"/>
            <a:round/>
          </a:ln>
          <a:effectLst/>
        </p:spPr>
      </p:cxnSp>
      <p:sp>
        <p:nvSpPr>
          <p:cNvPr id="2" name="Metin kutusu 1">
            <a:extLst>
              <a:ext uri="{FF2B5EF4-FFF2-40B4-BE49-F238E27FC236}">
                <a16:creationId xmlns:a16="http://schemas.microsoft.com/office/drawing/2014/main" id="{465F0DC8-4F47-E697-2561-B2F4EB983424}"/>
              </a:ext>
            </a:extLst>
          </p:cNvPr>
          <p:cNvSpPr txBox="1"/>
          <p:nvPr/>
        </p:nvSpPr>
        <p:spPr>
          <a:xfrm>
            <a:off x="7620355" y="3520946"/>
            <a:ext cx="3475987" cy="369332"/>
          </a:xfrm>
          <a:prstGeom prst="rect">
            <a:avLst/>
          </a:prstGeom>
          <a:noFill/>
        </p:spPr>
        <p:txBody>
          <a:bodyPr wrap="square" rtlCol="0">
            <a:spAutoFit/>
          </a:bodyPr>
          <a:lstStyle/>
          <a:p>
            <a:pPr lvl="0" eaLnBrk="0" fontAlgn="base" hangingPunct="0">
              <a:spcBef>
                <a:spcPct val="0"/>
              </a:spcBef>
              <a:spcAft>
                <a:spcPct val="0"/>
              </a:spcAft>
            </a:pPr>
            <a:r>
              <a:rPr lang="tr-TR" altLang="tr-TR" dirty="0">
                <a:latin typeface="Calibri" panose="020F0502020204030204" pitchFamily="34" charset="0"/>
                <a:ea typeface="Calibri" panose="020F0502020204030204" pitchFamily="34" charset="0"/>
                <a:cs typeface="Calibri" panose="020F0502020204030204" pitchFamily="34" charset="0"/>
              </a:rPr>
              <a:t>Ark flaşlarının izlenmesi</a:t>
            </a:r>
          </a:p>
        </p:txBody>
      </p:sp>
    </p:spTree>
    <p:extLst>
      <p:ext uri="{BB962C8B-B14F-4D97-AF65-F5344CB8AC3E}">
        <p14:creationId xmlns:p14="http://schemas.microsoft.com/office/powerpoint/2010/main" val="3208585642"/>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with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fade">
                                      <p:cBhvr>
                                        <p:cTn id="7" dur="1000"/>
                                        <p:tgtEl>
                                          <p:spTgt spid="15"/>
                                        </p:tgtEl>
                                      </p:cBhvr>
                                    </p:animEffect>
                                    <p:anim calcmode="lin" valueType="num">
                                      <p:cBhvr>
                                        <p:cTn id="8" dur="1000" fill="hold"/>
                                        <p:tgtEl>
                                          <p:spTgt spid="15"/>
                                        </p:tgtEl>
                                        <p:attrNameLst>
                                          <p:attrName>ppt_x</p:attrName>
                                        </p:attrNameLst>
                                      </p:cBhvr>
                                      <p:tavLst>
                                        <p:tav tm="0">
                                          <p:val>
                                            <p:strVal val="#ppt_x"/>
                                          </p:val>
                                        </p:tav>
                                        <p:tav tm="100000">
                                          <p:val>
                                            <p:strVal val="#ppt_x"/>
                                          </p:val>
                                        </p:tav>
                                      </p:tavLst>
                                    </p:anim>
                                    <p:anim calcmode="lin" valueType="num">
                                      <p:cBhvr>
                                        <p:cTn id="9" dur="1000" fill="hold"/>
                                        <p:tgtEl>
                                          <p:spTgt spid="15"/>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14"/>
                                        </p:tgtEl>
                                        <p:attrNameLst>
                                          <p:attrName>style.visibility</p:attrName>
                                        </p:attrNameLst>
                                      </p:cBhvr>
                                      <p:to>
                                        <p:strVal val="visible"/>
                                      </p:to>
                                    </p:set>
                                    <p:animEffect transition="in" filter="fade">
                                      <p:cBhvr>
                                        <p:cTn id="12" dur="1000"/>
                                        <p:tgtEl>
                                          <p:spTgt spid="14"/>
                                        </p:tgtEl>
                                      </p:cBhvr>
                                    </p:animEffect>
                                    <p:anim calcmode="lin" valueType="num">
                                      <p:cBhvr>
                                        <p:cTn id="13" dur="1000" fill="hold"/>
                                        <p:tgtEl>
                                          <p:spTgt spid="14"/>
                                        </p:tgtEl>
                                        <p:attrNameLst>
                                          <p:attrName>ppt_x</p:attrName>
                                        </p:attrNameLst>
                                      </p:cBhvr>
                                      <p:tavLst>
                                        <p:tav tm="0">
                                          <p:val>
                                            <p:strVal val="#ppt_x"/>
                                          </p:val>
                                        </p:tav>
                                        <p:tav tm="100000">
                                          <p:val>
                                            <p:strVal val="#ppt_x"/>
                                          </p:val>
                                        </p:tav>
                                      </p:tavLst>
                                    </p:anim>
                                    <p:anim calcmode="lin" valueType="num">
                                      <p:cBhvr>
                                        <p:cTn id="14" dur="1000" fill="hold"/>
                                        <p:tgtEl>
                                          <p:spTgt spid="14"/>
                                        </p:tgtEl>
                                        <p:attrNameLst>
                                          <p:attrName>ppt_y</p:attrName>
                                        </p:attrNameLst>
                                      </p:cBhvr>
                                      <p:tavLst>
                                        <p:tav tm="0">
                                          <p:val>
                                            <p:strVal val="#ppt_y+.1"/>
                                          </p:val>
                                        </p:tav>
                                        <p:tav tm="100000">
                                          <p:val>
                                            <p:strVal val="#ppt_y"/>
                                          </p:val>
                                        </p:tav>
                                      </p:tavLst>
                                    </p:anim>
                                  </p:childTnLst>
                                </p:cTn>
                              </p:par>
                              <p:par>
                                <p:cTn id="15" presetID="42" presetClass="entr" presetSubtype="0" fill="hold" nodeType="withEffect">
                                  <p:stCondLst>
                                    <p:cond delay="0"/>
                                  </p:stCondLst>
                                  <p:childTnLst>
                                    <p:set>
                                      <p:cBhvr>
                                        <p:cTn id="16" dur="1" fill="hold">
                                          <p:stCondLst>
                                            <p:cond delay="0"/>
                                          </p:stCondLst>
                                        </p:cTn>
                                        <p:tgtEl>
                                          <p:spTgt spid="16"/>
                                        </p:tgtEl>
                                        <p:attrNameLst>
                                          <p:attrName>style.visibility</p:attrName>
                                        </p:attrNameLst>
                                      </p:cBhvr>
                                      <p:to>
                                        <p:strVal val="visible"/>
                                      </p:to>
                                    </p:set>
                                    <p:animEffect transition="in" filter="fade">
                                      <p:cBhvr>
                                        <p:cTn id="17" dur="1000"/>
                                        <p:tgtEl>
                                          <p:spTgt spid="16"/>
                                        </p:tgtEl>
                                      </p:cBhvr>
                                    </p:animEffect>
                                    <p:anim calcmode="lin" valueType="num">
                                      <p:cBhvr>
                                        <p:cTn id="18" dur="1000" fill="hold"/>
                                        <p:tgtEl>
                                          <p:spTgt spid="16"/>
                                        </p:tgtEl>
                                        <p:attrNameLst>
                                          <p:attrName>ppt_x</p:attrName>
                                        </p:attrNameLst>
                                      </p:cBhvr>
                                      <p:tavLst>
                                        <p:tav tm="0">
                                          <p:val>
                                            <p:strVal val="#ppt_x"/>
                                          </p:val>
                                        </p:tav>
                                        <p:tav tm="100000">
                                          <p:val>
                                            <p:strVal val="#ppt_x"/>
                                          </p:val>
                                        </p:tav>
                                      </p:tavLst>
                                    </p:anim>
                                    <p:anim calcmode="lin" valueType="num">
                                      <p:cBhvr>
                                        <p:cTn id="19" dur="1000" fill="hold"/>
                                        <p:tgtEl>
                                          <p:spTgt spid="1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26292C-DF67-DA00-FCE5-AC083B2350E8}"/>
            </a:ext>
          </a:extLst>
        </p:cNvPr>
        <p:cNvGrpSpPr/>
        <p:nvPr/>
      </p:nvGrpSpPr>
      <p:grpSpPr>
        <a:xfrm>
          <a:off x="0" y="0"/>
          <a:ext cx="0" cy="0"/>
          <a:chOff x="0" y="0"/>
          <a:chExt cx="0" cy="0"/>
        </a:xfrm>
      </p:grpSpPr>
      <p:pic>
        <p:nvPicPr>
          <p:cNvPr id="5" name="Resim 4" descr="yazı tipi, grafik, grafik tasarım, metin içeren bir resim&#10;&#10;Yapay zeka tarafından oluşturulmuş içerik yanlış olabilir.">
            <a:extLst>
              <a:ext uri="{FF2B5EF4-FFF2-40B4-BE49-F238E27FC236}">
                <a16:creationId xmlns:a16="http://schemas.microsoft.com/office/drawing/2014/main" id="{F4F60A62-D1E4-28FE-1F87-9BC242A6738A}"/>
              </a:ext>
            </a:extLst>
          </p:cNvPr>
          <p:cNvPicPr>
            <a:picLocks noChangeAspect="1"/>
          </p:cNvPicPr>
          <p:nvPr/>
        </p:nvPicPr>
        <p:blipFill>
          <a:blip r:embed="rId3"/>
          <a:stretch>
            <a:fillRect/>
          </a:stretch>
        </p:blipFill>
        <p:spPr>
          <a:xfrm>
            <a:off x="10048240" y="427446"/>
            <a:ext cx="1649518" cy="568557"/>
          </a:xfrm>
          <a:prstGeom prst="rect">
            <a:avLst/>
          </a:prstGeom>
        </p:spPr>
      </p:pic>
      <p:pic>
        <p:nvPicPr>
          <p:cNvPr id="7" name="Resim 6" descr="metin, yazı tipi, grafik, poster içeren bir resim&#10;&#10;Yapay zeka tarafından oluşturulmuş içerik yanlış olabilir.">
            <a:extLst>
              <a:ext uri="{FF2B5EF4-FFF2-40B4-BE49-F238E27FC236}">
                <a16:creationId xmlns:a16="http://schemas.microsoft.com/office/drawing/2014/main" id="{C427A34E-37F8-6336-A50F-63802BAA479D}"/>
              </a:ext>
            </a:extLst>
          </p:cNvPr>
          <p:cNvPicPr>
            <a:picLocks noChangeAspect="1"/>
          </p:cNvPicPr>
          <p:nvPr/>
        </p:nvPicPr>
        <p:blipFill>
          <a:blip r:embed="rId4"/>
          <a:stretch>
            <a:fillRect/>
          </a:stretch>
        </p:blipFill>
        <p:spPr>
          <a:xfrm>
            <a:off x="598430" y="5487444"/>
            <a:ext cx="832805" cy="943110"/>
          </a:xfrm>
          <a:prstGeom prst="rect">
            <a:avLst/>
          </a:prstGeom>
        </p:spPr>
      </p:pic>
      <p:sp>
        <p:nvSpPr>
          <p:cNvPr id="17" name="Metin kutusu 16">
            <a:extLst>
              <a:ext uri="{FF2B5EF4-FFF2-40B4-BE49-F238E27FC236}">
                <a16:creationId xmlns:a16="http://schemas.microsoft.com/office/drawing/2014/main" id="{1539BFC0-A47F-D23D-49FA-A54EBE8C2920}"/>
              </a:ext>
            </a:extLst>
          </p:cNvPr>
          <p:cNvSpPr txBox="1"/>
          <p:nvPr/>
        </p:nvSpPr>
        <p:spPr>
          <a:xfrm>
            <a:off x="354088" y="437491"/>
            <a:ext cx="3231719" cy="46166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tr-TR" sz="2400" b="1" i="0" u="none" strike="noStrike" kern="1200" cap="none" spc="0" normalizeH="0" baseline="0" noProof="0" dirty="0">
                <a:ln>
                  <a:noFill/>
                </a:ln>
                <a:solidFill>
                  <a:srgbClr val="003CA6"/>
                </a:solidFill>
                <a:effectLst/>
                <a:uLnTx/>
                <a:uFillTx/>
                <a:latin typeface="Calibri" panose="020F0502020204030204" pitchFamily="34" charset="0"/>
                <a:ea typeface="Calibri" panose="020F0502020204030204" pitchFamily="34" charset="0"/>
                <a:cs typeface="Calibri" panose="020F0502020204030204" pitchFamily="34" charset="0"/>
              </a:rPr>
              <a:t>Challenge: Saha Kısıtları</a:t>
            </a:r>
          </a:p>
        </p:txBody>
      </p:sp>
      <p:pic>
        <p:nvPicPr>
          <p:cNvPr id="48" name="Resim 47" descr="portakal, turuncu, tasarım, yaratıcılık içeren bir resim&#10;&#10;Yapay zeka tarafından oluşturulmuş içerik yanlış olabilir.">
            <a:extLst>
              <a:ext uri="{FF2B5EF4-FFF2-40B4-BE49-F238E27FC236}">
                <a16:creationId xmlns:a16="http://schemas.microsoft.com/office/drawing/2014/main" id="{BFE0952A-BB73-99EC-6585-B2A5C3A85B7C}"/>
              </a:ext>
            </a:extLst>
          </p:cNvPr>
          <p:cNvPicPr>
            <a:picLocks noChangeAspect="1"/>
          </p:cNvPicPr>
          <p:nvPr/>
        </p:nvPicPr>
        <p:blipFill>
          <a:blip r:embed="rId5"/>
          <a:srcRect b="52813"/>
          <a:stretch>
            <a:fillRect/>
          </a:stretch>
        </p:blipFill>
        <p:spPr>
          <a:xfrm>
            <a:off x="10212945" y="4983075"/>
            <a:ext cx="2040280" cy="1975865"/>
          </a:xfrm>
          <a:prstGeom prst="rect">
            <a:avLst/>
          </a:prstGeom>
        </p:spPr>
      </p:pic>
      <p:pic>
        <p:nvPicPr>
          <p:cNvPr id="49" name="Resim 48" descr="yeşil, tasarım içeren bir resim&#10;&#10;Yapay zeka tarafından oluşturulmuş içerik yanlış olabilir.">
            <a:extLst>
              <a:ext uri="{FF2B5EF4-FFF2-40B4-BE49-F238E27FC236}">
                <a16:creationId xmlns:a16="http://schemas.microsoft.com/office/drawing/2014/main" id="{E45476F3-B06F-1A6E-BD4C-4CFA5E3C631B}"/>
              </a:ext>
            </a:extLst>
          </p:cNvPr>
          <p:cNvPicPr>
            <a:picLocks noChangeAspect="1"/>
          </p:cNvPicPr>
          <p:nvPr/>
        </p:nvPicPr>
        <p:blipFill>
          <a:blip r:embed="rId6"/>
          <a:srcRect b="20626"/>
          <a:stretch>
            <a:fillRect/>
          </a:stretch>
        </p:blipFill>
        <p:spPr>
          <a:xfrm>
            <a:off x="11513820" y="5297122"/>
            <a:ext cx="1020296" cy="1661818"/>
          </a:xfrm>
          <a:prstGeom prst="rect">
            <a:avLst/>
          </a:prstGeom>
        </p:spPr>
      </p:pic>
      <p:pic>
        <p:nvPicPr>
          <p:cNvPr id="50" name="Resim 49" descr="meneviş mavisi, ekran görüntüsü, mavi, tasarım içeren bir resim&#10;&#10;Yapay zeka tarafından oluşturulmuş içerik yanlış olabilir.">
            <a:extLst>
              <a:ext uri="{FF2B5EF4-FFF2-40B4-BE49-F238E27FC236}">
                <a16:creationId xmlns:a16="http://schemas.microsoft.com/office/drawing/2014/main" id="{65F28088-6484-1059-0E31-2E3C3101F53F}"/>
              </a:ext>
            </a:extLst>
          </p:cNvPr>
          <p:cNvPicPr>
            <a:picLocks noChangeAspect="1"/>
          </p:cNvPicPr>
          <p:nvPr/>
        </p:nvPicPr>
        <p:blipFill>
          <a:blip r:embed="rId7"/>
          <a:srcRect b="53491"/>
          <a:stretch>
            <a:fillRect/>
          </a:stretch>
        </p:blipFill>
        <p:spPr>
          <a:xfrm>
            <a:off x="10396101" y="6145235"/>
            <a:ext cx="852455" cy="813705"/>
          </a:xfrm>
          <a:prstGeom prst="rect">
            <a:avLst/>
          </a:prstGeom>
        </p:spPr>
      </p:pic>
      <p:sp>
        <p:nvSpPr>
          <p:cNvPr id="103" name="Metin kutusu 102">
            <a:extLst>
              <a:ext uri="{FF2B5EF4-FFF2-40B4-BE49-F238E27FC236}">
                <a16:creationId xmlns:a16="http://schemas.microsoft.com/office/drawing/2014/main" id="{8123C8D1-0089-B490-2DB4-B7AF474C76B7}"/>
              </a:ext>
            </a:extLst>
          </p:cNvPr>
          <p:cNvSpPr txBox="1"/>
          <p:nvPr/>
        </p:nvSpPr>
        <p:spPr>
          <a:xfrm>
            <a:off x="350148" y="847474"/>
            <a:ext cx="6251820"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tr-TR"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rPr>
              <a:t>Kısıtlı alanda güvenli ve dayanıklı bir tasarım kurgulayın</a:t>
            </a:r>
          </a:p>
        </p:txBody>
      </p:sp>
      <p:sp>
        <p:nvSpPr>
          <p:cNvPr id="2" name="Yuvarlatılmış Dikdörtgen 1">
            <a:extLst>
              <a:ext uri="{FF2B5EF4-FFF2-40B4-BE49-F238E27FC236}">
                <a16:creationId xmlns:a16="http://schemas.microsoft.com/office/drawing/2014/main" id="{AD013D39-B596-D6D4-DA6E-6AAE89CD379E}"/>
              </a:ext>
            </a:extLst>
          </p:cNvPr>
          <p:cNvSpPr/>
          <p:nvPr/>
        </p:nvSpPr>
        <p:spPr>
          <a:xfrm>
            <a:off x="598430" y="1625463"/>
            <a:ext cx="3515915" cy="3357612"/>
          </a:xfrm>
          <a:prstGeom prst="roundRect">
            <a:avLst>
              <a:gd name="adj" fmla="val 6641"/>
            </a:avLst>
          </a:prstGeom>
          <a:solidFill>
            <a:schemeClr val="bg1"/>
          </a:solidFill>
          <a:ln>
            <a:solidFill>
              <a:schemeClr val="bg1">
                <a:lumMod val="95000"/>
              </a:schemeClr>
            </a:solidFill>
          </a:ln>
          <a:effectLst>
            <a:outerShdw blurRad="185246" dist="22914" dir="540000" sx="97750" sy="97750" algn="ctr" rotWithShape="0">
              <a:schemeClr val="bg1">
                <a:lumMod val="75000"/>
                <a:alpha val="43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tr-TR" dirty="0">
              <a:latin typeface="Calibri" panose="020F0502020204030204" pitchFamily="34" charset="0"/>
              <a:ea typeface="Calibri" panose="020F0502020204030204" pitchFamily="34" charset="0"/>
              <a:cs typeface="Calibri" panose="020F0502020204030204" pitchFamily="34" charset="0"/>
            </a:endParaRPr>
          </a:p>
        </p:txBody>
      </p:sp>
      <p:sp>
        <p:nvSpPr>
          <p:cNvPr id="9" name="Rectangle 5">
            <a:extLst>
              <a:ext uri="{FF2B5EF4-FFF2-40B4-BE49-F238E27FC236}">
                <a16:creationId xmlns:a16="http://schemas.microsoft.com/office/drawing/2014/main" id="{AE880C3E-D44B-FA51-1A73-A56C3ECF5D04}"/>
              </a:ext>
            </a:extLst>
          </p:cNvPr>
          <p:cNvSpPr/>
          <p:nvPr/>
        </p:nvSpPr>
        <p:spPr>
          <a:xfrm>
            <a:off x="598430" y="1625462"/>
            <a:ext cx="3515915" cy="607400"/>
          </a:xfrm>
          <a:prstGeom prst="roundRect">
            <a:avLst>
              <a:gd name="adj" fmla="val 26879"/>
            </a:avLst>
          </a:prstGeom>
          <a:solidFill>
            <a:srgbClr val="FC6619"/>
          </a:solidFill>
          <a:ln w="12700" cap="flat" cmpd="sng" algn="ctr">
            <a:noFill/>
            <a:prstDash val="solid"/>
            <a:miter lim="800000"/>
          </a:ln>
          <a:effectLst>
            <a:outerShdw blurRad="177800" dist="12700" dir="540000" sx="98000" sy="98000" algn="ctr" rotWithShape="0">
              <a:srgbClr val="FFFFFF">
                <a:lumMod val="75000"/>
                <a:alpha val="43000"/>
              </a:srgbClr>
            </a:outerShdw>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0" noProof="0" dirty="0">
              <a:ln>
                <a:noFill/>
              </a:ln>
              <a:solidFill>
                <a:srgbClr val="FFFFFF"/>
              </a:solidFill>
              <a:effectLst/>
              <a:uLnTx/>
              <a:uFillTx/>
              <a:latin typeface="Calibri" panose="020F0502020204030204" pitchFamily="34" charset="0"/>
              <a:ea typeface="Calibri" panose="020F0502020204030204" pitchFamily="34" charset="0"/>
              <a:cs typeface="Calibri" panose="020F0502020204030204" pitchFamily="34" charset="0"/>
            </a:endParaRPr>
          </a:p>
        </p:txBody>
      </p:sp>
      <p:sp>
        <p:nvSpPr>
          <p:cNvPr id="11" name="Metin kutusu 10">
            <a:extLst>
              <a:ext uri="{FF2B5EF4-FFF2-40B4-BE49-F238E27FC236}">
                <a16:creationId xmlns:a16="http://schemas.microsoft.com/office/drawing/2014/main" id="{66DD6B5C-821A-3DB8-E825-B8FCC5569C1E}"/>
              </a:ext>
            </a:extLst>
          </p:cNvPr>
          <p:cNvSpPr txBox="1"/>
          <p:nvPr/>
        </p:nvSpPr>
        <p:spPr>
          <a:xfrm>
            <a:off x="764414" y="2514768"/>
            <a:ext cx="3114033" cy="1969770"/>
          </a:xfrm>
          <a:prstGeom prst="rect">
            <a:avLst/>
          </a:prstGeom>
          <a:noFill/>
        </p:spPr>
        <p:txBody>
          <a:bodyPr wrap="square" rtlCol="0">
            <a:spAutoFit/>
          </a:bodyPr>
          <a:lstStyle/>
          <a:p>
            <a:pPr marL="285750" indent="-285750">
              <a:spcAft>
                <a:spcPts val="600"/>
              </a:spcAft>
              <a:buFont typeface="Arial" panose="020B0604020202020204" pitchFamily="34" charset="0"/>
              <a:buChar char="•"/>
              <a:defRPr sz="1300">
                <a:solidFill>
                  <a:srgbClr val="1F2937"/>
                </a:solidFill>
              </a:defRPr>
            </a:pPr>
            <a:r>
              <a:rPr lang="tr-TR" sz="1600" dirty="0">
                <a:latin typeface="Calibri" panose="020F0502020204030204" pitchFamily="34" charset="0"/>
                <a:ea typeface="Calibri" panose="020F0502020204030204" pitchFamily="34" charset="0"/>
                <a:cs typeface="Calibri" panose="020F0502020204030204" pitchFamily="34" charset="0"/>
              </a:rPr>
              <a:t>Mevcut Kablo Yığını: Yeni sensörler mevcut kalabalığı artırabilir</a:t>
            </a:r>
          </a:p>
          <a:p>
            <a:pPr marL="285750" indent="-285750">
              <a:spcAft>
                <a:spcPts val="600"/>
              </a:spcAft>
              <a:buFont typeface="Arial" panose="020B0604020202020204" pitchFamily="34" charset="0"/>
              <a:buChar char="•"/>
              <a:defRPr sz="1300">
                <a:solidFill>
                  <a:srgbClr val="1F2937"/>
                </a:solidFill>
              </a:defRPr>
            </a:pPr>
            <a:r>
              <a:rPr lang="tr-TR" sz="1600" dirty="0">
                <a:latin typeface="Calibri" panose="020F0502020204030204" pitchFamily="34" charset="0"/>
                <a:ea typeface="Calibri" panose="020F0502020204030204" pitchFamily="34" charset="0"/>
                <a:cs typeface="Calibri" panose="020F0502020204030204" pitchFamily="34" charset="0"/>
              </a:rPr>
              <a:t>Bağlantı Hasarı: Sensör ve kontrol ünitesi karşılıklı zarar görebilir</a:t>
            </a:r>
          </a:p>
          <a:p>
            <a:pPr>
              <a:spcAft>
                <a:spcPts val="600"/>
              </a:spcAft>
              <a:defRPr sz="1300">
                <a:solidFill>
                  <a:srgbClr val="1F2937"/>
                </a:solidFill>
              </a:defRPr>
            </a:pPr>
            <a:endParaRPr lang="tr-TR" sz="1600" dirty="0">
              <a:latin typeface="Calibri" panose="020F0502020204030204" pitchFamily="34" charset="0"/>
              <a:ea typeface="Calibri" panose="020F0502020204030204" pitchFamily="34" charset="0"/>
              <a:cs typeface="Calibri" panose="020F0502020204030204" pitchFamily="34" charset="0"/>
            </a:endParaRPr>
          </a:p>
        </p:txBody>
      </p:sp>
      <p:sp>
        <p:nvSpPr>
          <p:cNvPr id="25" name="Yuvarlatılmış Dikdörtgen 24">
            <a:extLst>
              <a:ext uri="{FF2B5EF4-FFF2-40B4-BE49-F238E27FC236}">
                <a16:creationId xmlns:a16="http://schemas.microsoft.com/office/drawing/2014/main" id="{CC969CA7-9178-4983-D0D1-A2D877C7E208}"/>
              </a:ext>
            </a:extLst>
          </p:cNvPr>
          <p:cNvSpPr/>
          <p:nvPr/>
        </p:nvSpPr>
        <p:spPr>
          <a:xfrm>
            <a:off x="4327391" y="1646811"/>
            <a:ext cx="3225133" cy="3336263"/>
          </a:xfrm>
          <a:prstGeom prst="roundRect">
            <a:avLst>
              <a:gd name="adj" fmla="val 6641"/>
            </a:avLst>
          </a:prstGeom>
          <a:solidFill>
            <a:schemeClr val="bg1"/>
          </a:solidFill>
          <a:ln>
            <a:solidFill>
              <a:schemeClr val="bg1">
                <a:lumMod val="95000"/>
              </a:schemeClr>
            </a:solidFill>
          </a:ln>
          <a:effectLst>
            <a:outerShdw blurRad="185246" dist="22914" dir="540000" sx="97750" sy="97750" algn="ctr" rotWithShape="0">
              <a:schemeClr val="bg1">
                <a:lumMod val="75000"/>
                <a:alpha val="43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tr-TR" dirty="0">
              <a:latin typeface="Calibri" panose="020F0502020204030204" pitchFamily="34" charset="0"/>
              <a:ea typeface="Calibri" panose="020F0502020204030204" pitchFamily="34" charset="0"/>
              <a:cs typeface="Calibri" panose="020F0502020204030204" pitchFamily="34" charset="0"/>
            </a:endParaRPr>
          </a:p>
        </p:txBody>
      </p:sp>
      <p:sp>
        <p:nvSpPr>
          <p:cNvPr id="30" name="Metin kutusu 29">
            <a:extLst>
              <a:ext uri="{FF2B5EF4-FFF2-40B4-BE49-F238E27FC236}">
                <a16:creationId xmlns:a16="http://schemas.microsoft.com/office/drawing/2014/main" id="{1FA9BCA0-FC70-2889-3E91-31A112079D2B}"/>
              </a:ext>
            </a:extLst>
          </p:cNvPr>
          <p:cNvSpPr txBox="1"/>
          <p:nvPr/>
        </p:nvSpPr>
        <p:spPr>
          <a:xfrm>
            <a:off x="4433914" y="2496560"/>
            <a:ext cx="2917273" cy="984885"/>
          </a:xfrm>
          <a:prstGeom prst="rect">
            <a:avLst/>
          </a:prstGeom>
          <a:noFill/>
        </p:spPr>
        <p:txBody>
          <a:bodyPr wrap="none" rtlCol="0">
            <a:spAutoFit/>
          </a:bodyPr>
          <a:lstStyle/>
          <a:p>
            <a:pPr marL="285750" indent="-285750">
              <a:spcAft>
                <a:spcPts val="600"/>
              </a:spcAft>
              <a:buFont typeface="Arial" panose="020B0604020202020204" pitchFamily="34" charset="0"/>
              <a:buChar char="•"/>
              <a:defRPr sz="1300">
                <a:solidFill>
                  <a:srgbClr val="1F2937"/>
                </a:solidFill>
              </a:defRPr>
            </a:pPr>
            <a:r>
              <a:rPr lang="tr-TR" sz="1600" dirty="0">
                <a:latin typeface="Calibri" panose="020F0502020204030204" pitchFamily="34" charset="0"/>
                <a:ea typeface="Calibri" panose="020F0502020204030204" pitchFamily="34" charset="0"/>
                <a:cs typeface="Calibri" panose="020F0502020204030204" pitchFamily="34" charset="0"/>
              </a:rPr>
              <a:t>Kablosuz, tak-çalıştır</a:t>
            </a:r>
          </a:p>
          <a:p>
            <a:pPr marL="285750" indent="-285750">
              <a:spcAft>
                <a:spcPts val="600"/>
              </a:spcAft>
              <a:buFont typeface="Arial" panose="020B0604020202020204" pitchFamily="34" charset="0"/>
              <a:buChar char="•"/>
              <a:defRPr sz="1300">
                <a:solidFill>
                  <a:srgbClr val="1F2937"/>
                </a:solidFill>
              </a:defRPr>
            </a:pPr>
            <a:r>
              <a:rPr lang="tr-TR" sz="1600" dirty="0">
                <a:latin typeface="Calibri" panose="020F0502020204030204" pitchFamily="34" charset="0"/>
                <a:ea typeface="Calibri" panose="020F0502020204030204" pitchFamily="34" charset="0"/>
                <a:cs typeface="Calibri" panose="020F0502020204030204" pitchFamily="34" charset="0"/>
              </a:rPr>
              <a:t>Planlı kesinti ile kurulum</a:t>
            </a:r>
          </a:p>
          <a:p>
            <a:pPr marL="285750" indent="-285750">
              <a:spcAft>
                <a:spcPts val="600"/>
              </a:spcAft>
              <a:buFont typeface="Arial" panose="020B0604020202020204" pitchFamily="34" charset="0"/>
              <a:buChar char="•"/>
              <a:defRPr sz="1300">
                <a:solidFill>
                  <a:srgbClr val="1F2937"/>
                </a:solidFill>
              </a:defRPr>
            </a:pPr>
            <a:r>
              <a:rPr lang="tr-TR" sz="1600" dirty="0">
                <a:latin typeface="Calibri" panose="020F0502020204030204" pitchFamily="34" charset="0"/>
                <a:ea typeface="Calibri" panose="020F0502020204030204" pitchFamily="34" charset="0"/>
                <a:cs typeface="Calibri" panose="020F0502020204030204" pitchFamily="34" charset="0"/>
              </a:rPr>
              <a:t>Bakım gerektirmeyen tasarım</a:t>
            </a:r>
          </a:p>
        </p:txBody>
      </p:sp>
      <p:sp>
        <p:nvSpPr>
          <p:cNvPr id="10" name="Metin kutusu 9">
            <a:extLst>
              <a:ext uri="{FF2B5EF4-FFF2-40B4-BE49-F238E27FC236}">
                <a16:creationId xmlns:a16="http://schemas.microsoft.com/office/drawing/2014/main" id="{8B40B7E3-0517-3D2D-685E-40BD4D9BCFB3}"/>
              </a:ext>
            </a:extLst>
          </p:cNvPr>
          <p:cNvSpPr txBox="1"/>
          <p:nvPr/>
        </p:nvSpPr>
        <p:spPr>
          <a:xfrm>
            <a:off x="704953" y="1755795"/>
            <a:ext cx="3515915" cy="646331"/>
          </a:xfrm>
          <a:prstGeom prst="rect">
            <a:avLst/>
          </a:prstGeom>
          <a:noFill/>
        </p:spPr>
        <p:txBody>
          <a:bodyPr wrap="square" rtlCol="0">
            <a:spAutoFit/>
          </a:bodyPr>
          <a:lstStyle/>
          <a:p>
            <a:pPr defTabSz="457200"/>
            <a:r>
              <a:rPr lang="tr-TR" b="1" dirty="0">
                <a:solidFill>
                  <a:schemeClr val="bg1"/>
                </a:solidFill>
                <a:latin typeface="Calibri" panose="020F0502020204030204" pitchFamily="34" charset="0"/>
                <a:ea typeface="Calibri" panose="020F0502020204030204" pitchFamily="34" charset="0"/>
                <a:cs typeface="Calibri" panose="020F0502020204030204" pitchFamily="34" charset="0"/>
              </a:rPr>
              <a:t>Elektriksel Risk</a:t>
            </a:r>
          </a:p>
          <a:p>
            <a:pPr defTabSz="457200"/>
            <a:endParaRPr lang="tr-TR" b="1" dirty="0">
              <a:solidFill>
                <a:schemeClr val="bg1"/>
              </a:solidFill>
              <a:latin typeface="Calibri" panose="020F0502020204030204" pitchFamily="34" charset="0"/>
              <a:ea typeface="Calibri" panose="020F0502020204030204" pitchFamily="34" charset="0"/>
              <a:cs typeface="Calibri" panose="020F0502020204030204" pitchFamily="34" charset="0"/>
            </a:endParaRPr>
          </a:p>
        </p:txBody>
      </p:sp>
      <p:sp>
        <p:nvSpPr>
          <p:cNvPr id="36" name="Rectangle 5">
            <a:extLst>
              <a:ext uri="{FF2B5EF4-FFF2-40B4-BE49-F238E27FC236}">
                <a16:creationId xmlns:a16="http://schemas.microsoft.com/office/drawing/2014/main" id="{A06B511B-DCDE-8D67-CA05-2277A2644943}"/>
              </a:ext>
            </a:extLst>
          </p:cNvPr>
          <p:cNvSpPr/>
          <p:nvPr/>
        </p:nvSpPr>
        <p:spPr>
          <a:xfrm>
            <a:off x="4327393" y="1646811"/>
            <a:ext cx="3225131" cy="607400"/>
          </a:xfrm>
          <a:prstGeom prst="roundRect">
            <a:avLst>
              <a:gd name="adj" fmla="val 26879"/>
            </a:avLst>
          </a:prstGeom>
          <a:solidFill>
            <a:srgbClr val="FC6619"/>
          </a:solidFill>
          <a:ln w="12700" cap="flat" cmpd="sng" algn="ctr">
            <a:noFill/>
            <a:prstDash val="solid"/>
            <a:miter lim="800000"/>
          </a:ln>
          <a:effectLst>
            <a:outerShdw blurRad="177800" dist="12700" dir="540000" sx="98000" sy="98000" algn="ctr" rotWithShape="0">
              <a:srgbClr val="FFFFFF">
                <a:lumMod val="75000"/>
                <a:alpha val="43000"/>
              </a:srgbClr>
            </a:outerShdw>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endParaRPr kumimoji="0" lang="en-US" sz="1013" b="0" i="0" u="none" strike="noStrike" kern="0" cap="none" spc="0" normalizeH="0" baseline="0" noProof="0" dirty="0">
              <a:ln>
                <a:noFill/>
              </a:ln>
              <a:solidFill>
                <a:srgbClr val="FFFFFF"/>
              </a:solidFill>
              <a:effectLst/>
              <a:uLnTx/>
              <a:uFillTx/>
              <a:latin typeface="Calibri" panose="020F0502020204030204" pitchFamily="34" charset="0"/>
              <a:ea typeface="Calibri" panose="020F0502020204030204" pitchFamily="34" charset="0"/>
              <a:cs typeface="Calibri" panose="020F0502020204030204" pitchFamily="34" charset="0"/>
            </a:endParaRPr>
          </a:p>
        </p:txBody>
      </p:sp>
      <p:sp>
        <p:nvSpPr>
          <p:cNvPr id="37" name="Metin kutusu 36">
            <a:extLst>
              <a:ext uri="{FF2B5EF4-FFF2-40B4-BE49-F238E27FC236}">
                <a16:creationId xmlns:a16="http://schemas.microsoft.com/office/drawing/2014/main" id="{67193177-D723-49BA-E424-A3E7BCB20B39}"/>
              </a:ext>
            </a:extLst>
          </p:cNvPr>
          <p:cNvSpPr txBox="1"/>
          <p:nvPr/>
        </p:nvSpPr>
        <p:spPr>
          <a:xfrm>
            <a:off x="4433916" y="1777144"/>
            <a:ext cx="2674709" cy="369332"/>
          </a:xfrm>
          <a:prstGeom prst="rect">
            <a:avLst/>
          </a:prstGeom>
          <a:noFill/>
        </p:spPr>
        <p:txBody>
          <a:bodyPr wrap="square" rtlCol="0">
            <a:spAutoFit/>
          </a:bodyPr>
          <a:lstStyle/>
          <a:p>
            <a:pPr defTabSz="457200"/>
            <a:r>
              <a:rPr lang="tr-TR" b="1" dirty="0">
                <a:solidFill>
                  <a:schemeClr val="bg1"/>
                </a:solidFill>
                <a:latin typeface="Calibri" panose="020F0502020204030204" pitchFamily="34" charset="0"/>
                <a:ea typeface="Calibri" panose="020F0502020204030204" pitchFamily="34" charset="0"/>
                <a:cs typeface="Calibri" panose="020F0502020204030204" pitchFamily="34" charset="0"/>
              </a:rPr>
              <a:t>Kurulum Yaklaşımı</a:t>
            </a:r>
          </a:p>
        </p:txBody>
      </p:sp>
      <p:sp>
        <p:nvSpPr>
          <p:cNvPr id="43" name="Metin kutusu 42">
            <a:extLst>
              <a:ext uri="{FF2B5EF4-FFF2-40B4-BE49-F238E27FC236}">
                <a16:creationId xmlns:a16="http://schemas.microsoft.com/office/drawing/2014/main" id="{00F30903-C0F7-F53D-F098-D7CB3174A19E}"/>
              </a:ext>
            </a:extLst>
          </p:cNvPr>
          <p:cNvSpPr txBox="1"/>
          <p:nvPr/>
        </p:nvSpPr>
        <p:spPr>
          <a:xfrm>
            <a:off x="2293642" y="5249167"/>
            <a:ext cx="8582146" cy="369332"/>
          </a:xfrm>
          <a:prstGeom prst="rect">
            <a:avLst/>
          </a:prstGeom>
          <a:noFill/>
        </p:spPr>
        <p:txBody>
          <a:bodyPr wrap="square" rtlCol="0">
            <a:spAutoFit/>
          </a:bodyPr>
          <a:lstStyle/>
          <a:p>
            <a:r>
              <a:rPr lang="tr-TR" sz="1600" dirty="0">
                <a:latin typeface="Calibri" panose="020F0502020204030204" pitchFamily="34" charset="0"/>
                <a:ea typeface="Calibri" panose="020F0502020204030204" pitchFamily="34" charset="0"/>
                <a:cs typeface="Calibri" panose="020F0502020204030204" pitchFamily="34" charset="0"/>
              </a:rPr>
              <a:t>Kurulum sırasında ve </a:t>
            </a:r>
            <a:r>
              <a:rPr lang="tr-TR" dirty="0">
                <a:latin typeface="Calibri" panose="020F0502020204030204" pitchFamily="34" charset="0"/>
                <a:ea typeface="Calibri" panose="020F0502020204030204" pitchFamily="34" charset="0"/>
                <a:cs typeface="Calibri" panose="020F0502020204030204" pitchFamily="34" charset="0"/>
              </a:rPr>
              <a:t>sonrasındaki</a:t>
            </a:r>
            <a:r>
              <a:rPr lang="tr-TR" sz="1600" dirty="0">
                <a:latin typeface="Calibri" panose="020F0502020204030204" pitchFamily="34" charset="0"/>
                <a:ea typeface="Calibri" panose="020F0502020204030204" pitchFamily="34" charset="0"/>
                <a:cs typeface="Calibri" panose="020F0502020204030204" pitchFamily="34" charset="0"/>
              </a:rPr>
              <a:t> tüm hata ve etkiler önceden değerlendirilmelidir.</a:t>
            </a:r>
          </a:p>
        </p:txBody>
      </p:sp>
      <p:sp>
        <p:nvSpPr>
          <p:cNvPr id="21" name="Yuvarlatılmış Dikdörtgen 20">
            <a:extLst>
              <a:ext uri="{FF2B5EF4-FFF2-40B4-BE49-F238E27FC236}">
                <a16:creationId xmlns:a16="http://schemas.microsoft.com/office/drawing/2014/main" id="{8B9C61BA-4806-0F51-A9F8-48F8E7ECAC39}"/>
              </a:ext>
            </a:extLst>
          </p:cNvPr>
          <p:cNvSpPr/>
          <p:nvPr/>
        </p:nvSpPr>
        <p:spPr>
          <a:xfrm>
            <a:off x="7873589" y="1668161"/>
            <a:ext cx="4051318" cy="3336263"/>
          </a:xfrm>
          <a:prstGeom prst="roundRect">
            <a:avLst>
              <a:gd name="adj" fmla="val 6641"/>
            </a:avLst>
          </a:prstGeom>
          <a:solidFill>
            <a:schemeClr val="bg1"/>
          </a:solidFill>
          <a:ln>
            <a:solidFill>
              <a:schemeClr val="bg1">
                <a:lumMod val="95000"/>
              </a:schemeClr>
            </a:solidFill>
          </a:ln>
          <a:effectLst>
            <a:outerShdw blurRad="185246" dist="22914" dir="540000" sx="97750" sy="97750" algn="ctr" rotWithShape="0">
              <a:schemeClr val="bg1">
                <a:lumMod val="75000"/>
                <a:alpha val="43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tr-TR" sz="1800" b="0" i="0" u="none" strike="noStrike" kern="1200" cap="none" spc="0" normalizeH="0" baseline="0" noProof="0" dirty="0">
              <a:ln>
                <a:noFill/>
              </a:ln>
              <a:solidFill>
                <a:prstClr val="white"/>
              </a:solidFill>
              <a:effectLst/>
              <a:uLnTx/>
              <a:uFillTx/>
              <a:latin typeface="Calibri" panose="020F0502020204030204" pitchFamily="34" charset="0"/>
              <a:ea typeface="Calibri" panose="020F0502020204030204" pitchFamily="34" charset="0"/>
              <a:cs typeface="Calibri" panose="020F0502020204030204" pitchFamily="34" charset="0"/>
            </a:endParaRPr>
          </a:p>
        </p:txBody>
      </p:sp>
      <p:sp>
        <p:nvSpPr>
          <p:cNvPr id="3" name="Rectangle 5">
            <a:extLst>
              <a:ext uri="{FF2B5EF4-FFF2-40B4-BE49-F238E27FC236}">
                <a16:creationId xmlns:a16="http://schemas.microsoft.com/office/drawing/2014/main" id="{001FCA93-6C03-9A0D-DC23-B664F1FBB511}"/>
              </a:ext>
            </a:extLst>
          </p:cNvPr>
          <p:cNvSpPr/>
          <p:nvPr/>
        </p:nvSpPr>
        <p:spPr>
          <a:xfrm>
            <a:off x="7873591" y="1668160"/>
            <a:ext cx="4051316" cy="586051"/>
          </a:xfrm>
          <a:prstGeom prst="roundRect">
            <a:avLst>
              <a:gd name="adj" fmla="val 26879"/>
            </a:avLst>
          </a:prstGeom>
          <a:solidFill>
            <a:srgbClr val="FC6619"/>
          </a:solidFill>
          <a:ln w="12700" cap="flat" cmpd="sng" algn="ctr">
            <a:noFill/>
            <a:prstDash val="solid"/>
            <a:miter lim="800000"/>
          </a:ln>
          <a:effectLst>
            <a:outerShdw blurRad="177800" dist="12700" dir="540000" sx="98000" sy="98000" algn="ctr" rotWithShape="0">
              <a:srgbClr val="FFFFFF">
                <a:lumMod val="75000"/>
                <a:alpha val="43000"/>
              </a:srgbClr>
            </a:outerShdw>
          </a:effectLst>
        </p:spPr>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013" b="0" i="0" u="none" strike="noStrike" kern="0" cap="none" spc="0" normalizeH="0" baseline="0" noProof="0" dirty="0">
              <a:ln>
                <a:noFill/>
              </a:ln>
              <a:solidFill>
                <a:srgbClr val="FFFFFF"/>
              </a:solidFill>
              <a:effectLst/>
              <a:uLnTx/>
              <a:uFillTx/>
              <a:latin typeface="Calibri" panose="020F0502020204030204" pitchFamily="34" charset="0"/>
              <a:ea typeface="Calibri" panose="020F0502020204030204" pitchFamily="34" charset="0"/>
              <a:cs typeface="Calibri" panose="020F0502020204030204" pitchFamily="34" charset="0"/>
            </a:endParaRPr>
          </a:p>
        </p:txBody>
      </p:sp>
      <p:sp>
        <p:nvSpPr>
          <p:cNvPr id="31" name="Metin kutusu 30">
            <a:extLst>
              <a:ext uri="{FF2B5EF4-FFF2-40B4-BE49-F238E27FC236}">
                <a16:creationId xmlns:a16="http://schemas.microsoft.com/office/drawing/2014/main" id="{BEFC2237-63AF-563B-E975-5F70E200EDE5}"/>
              </a:ext>
            </a:extLst>
          </p:cNvPr>
          <p:cNvSpPr txBox="1"/>
          <p:nvPr/>
        </p:nvSpPr>
        <p:spPr>
          <a:xfrm>
            <a:off x="7980114" y="1774744"/>
            <a:ext cx="2674709" cy="369332"/>
          </a:xfrm>
          <a:prstGeom prst="rect">
            <a:avLst/>
          </a:prstGeom>
          <a:noFill/>
        </p:spPr>
        <p:txBody>
          <a:bodyPr wrap="square" rtlCol="0">
            <a:spAutoFit/>
          </a:bodyPr>
          <a:lstStyle/>
          <a:p>
            <a:pPr marR="0" lvl="0" indent="0" defTabSz="457200" fontAlgn="auto">
              <a:lnSpc>
                <a:spcPct val="100000"/>
              </a:lnSpc>
              <a:spcBef>
                <a:spcPts val="0"/>
              </a:spcBef>
              <a:spcAft>
                <a:spcPts val="0"/>
              </a:spcAft>
              <a:buClrTx/>
              <a:buSzTx/>
              <a:buFontTx/>
              <a:buNone/>
              <a:tabLst/>
              <a:defRPr/>
            </a:pPr>
            <a:r>
              <a:rPr lang="tr-TR" b="1" dirty="0">
                <a:solidFill>
                  <a:schemeClr val="bg1"/>
                </a:solidFill>
                <a:latin typeface="Calibri" panose="020F0502020204030204" pitchFamily="34" charset="0"/>
                <a:ea typeface="Calibri" panose="020F0502020204030204" pitchFamily="34" charset="0"/>
                <a:cs typeface="Calibri" panose="020F0502020204030204" pitchFamily="34" charset="0"/>
              </a:rPr>
              <a:t>Önemli Notlar</a:t>
            </a:r>
          </a:p>
        </p:txBody>
      </p:sp>
      <p:sp>
        <p:nvSpPr>
          <p:cNvPr id="4" name="Metin kutusu 3">
            <a:extLst>
              <a:ext uri="{FF2B5EF4-FFF2-40B4-BE49-F238E27FC236}">
                <a16:creationId xmlns:a16="http://schemas.microsoft.com/office/drawing/2014/main" id="{0D8E35E2-40E2-CC2F-0644-C560F427E4C2}"/>
              </a:ext>
            </a:extLst>
          </p:cNvPr>
          <p:cNvSpPr txBox="1"/>
          <p:nvPr/>
        </p:nvSpPr>
        <p:spPr>
          <a:xfrm>
            <a:off x="7961624" y="2477005"/>
            <a:ext cx="3897293" cy="1569660"/>
          </a:xfrm>
          <a:prstGeom prst="rect">
            <a:avLst/>
          </a:prstGeom>
          <a:noFill/>
        </p:spPr>
        <p:txBody>
          <a:bodyPr wrap="square" rtlCol="0">
            <a:spAutoFit/>
          </a:bodyPr>
          <a:lstStyle/>
          <a:p>
            <a:pPr marL="342900" marR="0" lvl="0" indent="-34290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tr-TR" sz="1600" b="0" i="0" u="none" strike="noStrike" kern="1200" cap="none" spc="0" normalizeH="0" baseline="0" noProof="0" dirty="0">
                <a:ln>
                  <a:noFill/>
                </a:ln>
                <a:solidFill>
                  <a:srgbClr val="000000">
                    <a:lumMod val="75000"/>
                    <a:lumOff val="25000"/>
                  </a:srgbClr>
                </a:solidFill>
                <a:effectLst/>
                <a:uLnTx/>
                <a:uFillTx/>
                <a:latin typeface="Calibri" panose="020F0502020204030204" pitchFamily="34" charset="0"/>
                <a:ea typeface="Calibri" panose="020F0502020204030204" pitchFamily="34" charset="0"/>
                <a:cs typeface="Calibri" panose="020F0502020204030204" pitchFamily="34" charset="0"/>
              </a:rPr>
              <a:t>Fiziksel sensör/ekipman satın alınması ve gerçek pano üzerinde kurulum beklenmemektedir.</a:t>
            </a:r>
          </a:p>
          <a:p>
            <a:pPr marL="342900" marR="0" lvl="0" indent="-34290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tr-TR" sz="1600" b="0" i="0" u="none" strike="noStrike" kern="1200" cap="none" spc="0" normalizeH="0" baseline="0" noProof="0" dirty="0">
                <a:ln>
                  <a:noFill/>
                </a:ln>
                <a:solidFill>
                  <a:srgbClr val="000000">
                    <a:lumMod val="75000"/>
                    <a:lumOff val="25000"/>
                  </a:srgbClr>
                </a:solidFill>
                <a:effectLst/>
                <a:uLnTx/>
                <a:uFillTx/>
                <a:latin typeface="Calibri" panose="020F0502020204030204" pitchFamily="34" charset="0"/>
                <a:ea typeface="Calibri" panose="020F0502020204030204" pitchFamily="34" charset="0"/>
                <a:cs typeface="Calibri" panose="020F0502020204030204" pitchFamily="34" charset="0"/>
              </a:rPr>
              <a:t>Gerçek veri/sensöre erişim mümkün olmadığında örnek/sentetik veriler kullanılabilir</a:t>
            </a:r>
            <a:r>
              <a:rPr lang="tr-TR" sz="1600" dirty="0">
                <a:solidFill>
                  <a:srgbClr val="000000">
                    <a:lumMod val="75000"/>
                    <a:lumOff val="25000"/>
                  </a:srgbClr>
                </a:solidFill>
                <a:latin typeface="Calibri" panose="020F0502020204030204" pitchFamily="34" charset="0"/>
                <a:ea typeface="Calibri" panose="020F0502020204030204" pitchFamily="34" charset="0"/>
                <a:cs typeface="Calibri" panose="020F0502020204030204" pitchFamily="34" charset="0"/>
              </a:rPr>
              <a:t>.</a:t>
            </a:r>
            <a:endParaRPr kumimoji="0" lang="tr-TR" sz="1600" b="0" i="0" u="none" strike="noStrike" kern="1200" cap="none" spc="0" normalizeH="0" baseline="0" noProof="0" dirty="0">
              <a:ln>
                <a:noFill/>
              </a:ln>
              <a:solidFill>
                <a:srgbClr val="000000">
                  <a:lumMod val="75000"/>
                  <a:lumOff val="25000"/>
                </a:srgbClr>
              </a:solidFill>
              <a:effectLst/>
              <a:uLnTx/>
              <a:uFillTx/>
              <a:latin typeface="Calibri" panose="020F0502020204030204" pitchFamily="34" charset="0"/>
              <a:ea typeface="Calibri" panose="020F0502020204030204" pitchFamily="34" charset="0"/>
              <a:cs typeface="Calibri" panose="020F0502020204030204" pitchFamily="34" charset="0"/>
            </a:endParaRPr>
          </a:p>
        </p:txBody>
      </p:sp>
      <p:sp>
        <p:nvSpPr>
          <p:cNvPr id="6" name="Metin kutusu 5">
            <a:extLst>
              <a:ext uri="{FF2B5EF4-FFF2-40B4-BE49-F238E27FC236}">
                <a16:creationId xmlns:a16="http://schemas.microsoft.com/office/drawing/2014/main" id="{BFBB5590-EB71-A77D-9E5F-B49901AC44FA}"/>
              </a:ext>
            </a:extLst>
          </p:cNvPr>
          <p:cNvSpPr txBox="1"/>
          <p:nvPr/>
        </p:nvSpPr>
        <p:spPr>
          <a:xfrm>
            <a:off x="760300" y="3625443"/>
            <a:ext cx="3066684" cy="292388"/>
          </a:xfrm>
          <a:prstGeom prst="rect">
            <a:avLst/>
          </a:prstGeom>
          <a:noFill/>
        </p:spPr>
        <p:txBody>
          <a:bodyPr wrap="square" rtlCol="0">
            <a:spAutoFit/>
          </a:bodyPr>
          <a:lstStyle/>
          <a:p>
            <a:pPr>
              <a:spcAft>
                <a:spcPts val="600"/>
              </a:spcAft>
              <a:defRPr sz="1300">
                <a:solidFill>
                  <a:srgbClr val="1F2937"/>
                </a:solidFill>
              </a:defRPr>
            </a:pPr>
            <a:r>
              <a:rPr lang="tr-TR" dirty="0">
                <a:latin typeface="Calibri" panose="020F0502020204030204" pitchFamily="34" charset="0"/>
                <a:ea typeface="Calibri" panose="020F0502020204030204" pitchFamily="34" charset="0"/>
                <a:cs typeface="Calibri" panose="020F0502020204030204" pitchFamily="34" charset="0"/>
              </a:rPr>
              <a:t> </a:t>
            </a:r>
          </a:p>
        </p:txBody>
      </p:sp>
    </p:spTree>
    <p:extLst>
      <p:ext uri="{BB962C8B-B14F-4D97-AF65-F5344CB8AC3E}">
        <p14:creationId xmlns:p14="http://schemas.microsoft.com/office/powerpoint/2010/main" val="2782659832"/>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withEffect">
                                  <p:stCondLst>
                                    <p:cond delay="0"/>
                                  </p:stCondLst>
                                  <p:childTnLst>
                                    <p:set>
                                      <p:cBhvr>
                                        <p:cTn id="6" dur="1" fill="hold">
                                          <p:stCondLst>
                                            <p:cond delay="0"/>
                                          </p:stCondLst>
                                        </p:cTn>
                                        <p:tgtEl>
                                          <p:spTgt spid="49"/>
                                        </p:tgtEl>
                                        <p:attrNameLst>
                                          <p:attrName>style.visibility</p:attrName>
                                        </p:attrNameLst>
                                      </p:cBhvr>
                                      <p:to>
                                        <p:strVal val="visible"/>
                                      </p:to>
                                    </p:set>
                                    <p:animEffect transition="in" filter="fade">
                                      <p:cBhvr>
                                        <p:cTn id="7" dur="1000"/>
                                        <p:tgtEl>
                                          <p:spTgt spid="49"/>
                                        </p:tgtEl>
                                      </p:cBhvr>
                                    </p:animEffect>
                                    <p:anim calcmode="lin" valueType="num">
                                      <p:cBhvr>
                                        <p:cTn id="8" dur="1000" fill="hold"/>
                                        <p:tgtEl>
                                          <p:spTgt spid="49"/>
                                        </p:tgtEl>
                                        <p:attrNameLst>
                                          <p:attrName>ppt_x</p:attrName>
                                        </p:attrNameLst>
                                      </p:cBhvr>
                                      <p:tavLst>
                                        <p:tav tm="0">
                                          <p:val>
                                            <p:strVal val="#ppt_x"/>
                                          </p:val>
                                        </p:tav>
                                        <p:tav tm="100000">
                                          <p:val>
                                            <p:strVal val="#ppt_x"/>
                                          </p:val>
                                        </p:tav>
                                      </p:tavLst>
                                    </p:anim>
                                    <p:anim calcmode="lin" valueType="num">
                                      <p:cBhvr>
                                        <p:cTn id="9" dur="1000" fill="hold"/>
                                        <p:tgtEl>
                                          <p:spTgt spid="49"/>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48"/>
                                        </p:tgtEl>
                                        <p:attrNameLst>
                                          <p:attrName>style.visibility</p:attrName>
                                        </p:attrNameLst>
                                      </p:cBhvr>
                                      <p:to>
                                        <p:strVal val="visible"/>
                                      </p:to>
                                    </p:set>
                                    <p:animEffect transition="in" filter="fade">
                                      <p:cBhvr>
                                        <p:cTn id="12" dur="1000"/>
                                        <p:tgtEl>
                                          <p:spTgt spid="48"/>
                                        </p:tgtEl>
                                      </p:cBhvr>
                                    </p:animEffect>
                                    <p:anim calcmode="lin" valueType="num">
                                      <p:cBhvr>
                                        <p:cTn id="13" dur="1000" fill="hold"/>
                                        <p:tgtEl>
                                          <p:spTgt spid="48"/>
                                        </p:tgtEl>
                                        <p:attrNameLst>
                                          <p:attrName>ppt_x</p:attrName>
                                        </p:attrNameLst>
                                      </p:cBhvr>
                                      <p:tavLst>
                                        <p:tav tm="0">
                                          <p:val>
                                            <p:strVal val="#ppt_x"/>
                                          </p:val>
                                        </p:tav>
                                        <p:tav tm="100000">
                                          <p:val>
                                            <p:strVal val="#ppt_x"/>
                                          </p:val>
                                        </p:tav>
                                      </p:tavLst>
                                    </p:anim>
                                    <p:anim calcmode="lin" valueType="num">
                                      <p:cBhvr>
                                        <p:cTn id="14" dur="1000" fill="hold"/>
                                        <p:tgtEl>
                                          <p:spTgt spid="48"/>
                                        </p:tgtEl>
                                        <p:attrNameLst>
                                          <p:attrName>ppt_y</p:attrName>
                                        </p:attrNameLst>
                                      </p:cBhvr>
                                      <p:tavLst>
                                        <p:tav tm="0">
                                          <p:val>
                                            <p:strVal val="#ppt_y+.1"/>
                                          </p:val>
                                        </p:tav>
                                        <p:tav tm="100000">
                                          <p:val>
                                            <p:strVal val="#ppt_y"/>
                                          </p:val>
                                        </p:tav>
                                      </p:tavLst>
                                    </p:anim>
                                  </p:childTnLst>
                                </p:cTn>
                              </p:par>
                              <p:par>
                                <p:cTn id="15" presetID="42" presetClass="entr" presetSubtype="0" fill="hold" nodeType="withEffect">
                                  <p:stCondLst>
                                    <p:cond delay="0"/>
                                  </p:stCondLst>
                                  <p:childTnLst>
                                    <p:set>
                                      <p:cBhvr>
                                        <p:cTn id="16" dur="1" fill="hold">
                                          <p:stCondLst>
                                            <p:cond delay="0"/>
                                          </p:stCondLst>
                                        </p:cTn>
                                        <p:tgtEl>
                                          <p:spTgt spid="50"/>
                                        </p:tgtEl>
                                        <p:attrNameLst>
                                          <p:attrName>style.visibility</p:attrName>
                                        </p:attrNameLst>
                                      </p:cBhvr>
                                      <p:to>
                                        <p:strVal val="visible"/>
                                      </p:to>
                                    </p:set>
                                    <p:animEffect transition="in" filter="fade">
                                      <p:cBhvr>
                                        <p:cTn id="17" dur="1000"/>
                                        <p:tgtEl>
                                          <p:spTgt spid="50"/>
                                        </p:tgtEl>
                                      </p:cBhvr>
                                    </p:animEffect>
                                    <p:anim calcmode="lin" valueType="num">
                                      <p:cBhvr>
                                        <p:cTn id="18" dur="1000" fill="hold"/>
                                        <p:tgtEl>
                                          <p:spTgt spid="50"/>
                                        </p:tgtEl>
                                        <p:attrNameLst>
                                          <p:attrName>ppt_x</p:attrName>
                                        </p:attrNameLst>
                                      </p:cBhvr>
                                      <p:tavLst>
                                        <p:tav tm="0">
                                          <p:val>
                                            <p:strVal val="#ppt_x"/>
                                          </p:val>
                                        </p:tav>
                                        <p:tav tm="100000">
                                          <p:val>
                                            <p:strVal val="#ppt_x"/>
                                          </p:val>
                                        </p:tav>
                                      </p:tavLst>
                                    </p:anim>
                                    <p:anim calcmode="lin" valueType="num">
                                      <p:cBhvr>
                                        <p:cTn id="19" dur="1000" fill="hold"/>
                                        <p:tgtEl>
                                          <p:spTgt spid="50"/>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E15375-8662-62CD-233B-4E974F804512}"/>
            </a:ext>
          </a:extLst>
        </p:cNvPr>
        <p:cNvGrpSpPr/>
        <p:nvPr/>
      </p:nvGrpSpPr>
      <p:grpSpPr>
        <a:xfrm>
          <a:off x="0" y="0"/>
          <a:ext cx="0" cy="0"/>
          <a:chOff x="0" y="0"/>
          <a:chExt cx="0" cy="0"/>
        </a:xfrm>
      </p:grpSpPr>
      <p:sp>
        <p:nvSpPr>
          <p:cNvPr id="34" name="Title 1">
            <a:extLst>
              <a:ext uri="{FF2B5EF4-FFF2-40B4-BE49-F238E27FC236}">
                <a16:creationId xmlns:a16="http://schemas.microsoft.com/office/drawing/2014/main" id="{A419BCCE-747F-CDD0-210A-F09A55D61301}"/>
              </a:ext>
            </a:extLst>
          </p:cNvPr>
          <p:cNvSpPr txBox="1">
            <a:spLocks/>
          </p:cNvSpPr>
          <p:nvPr/>
        </p:nvSpPr>
        <p:spPr>
          <a:xfrm>
            <a:off x="602194" y="479002"/>
            <a:ext cx="5145463" cy="517001"/>
          </a:xfrm>
          <a:prstGeom prst="rect">
            <a:avLst/>
          </a:prstGeom>
        </p:spPr>
        <p:txBody>
          <a:bodyPr wrap="square" lIns="0" tIns="0" rIns="0" bIns="0">
            <a:spAutoFit/>
          </a:bodyPr>
          <a:lstStyle>
            <a:defPPr>
              <a:defRPr lang="en-US"/>
            </a:defPPr>
            <a:lvl1pPr defTabSz="1828800">
              <a:lnSpc>
                <a:spcPct val="90000"/>
              </a:lnSpc>
              <a:spcBef>
                <a:spcPct val="0"/>
              </a:spcBef>
              <a:buNone/>
              <a:defRPr sz="3200" b="1" cap="none" spc="-38" baseline="0">
                <a:latin typeface="Gilroy-RegularItalic" pitchFamily="2" charset="0"/>
                <a:ea typeface="Open Sans" panose="020B0606030504020204" pitchFamily="34" charset="0"/>
                <a:cs typeface="Open Sans" panose="020B0606030504020204" pitchFamily="34" charset="0"/>
              </a:defRPr>
            </a:lvl1pPr>
          </a:lstStyle>
          <a:p>
            <a:pPr marL="0" marR="0" lvl="0" indent="0" algn="l" defTabSz="2438339" rtl="0" eaLnBrk="1" fontAlgn="auto" latinLnBrk="0" hangingPunct="1">
              <a:lnSpc>
                <a:spcPct val="90000"/>
              </a:lnSpc>
              <a:spcBef>
                <a:spcPct val="0"/>
              </a:spcBef>
              <a:spcAft>
                <a:spcPts val="0"/>
              </a:spcAft>
              <a:buClrTx/>
              <a:buSzTx/>
              <a:buFontTx/>
              <a:buNone/>
              <a:tabLst/>
              <a:defRPr/>
            </a:pPr>
            <a:r>
              <a:rPr kumimoji="0" lang="tr-TR" sz="3733" b="1" i="0" u="none" strike="noStrike" kern="1200" cap="none" spc="-51" normalizeH="0" baseline="0" noProof="0" dirty="0">
                <a:ln>
                  <a:noFill/>
                </a:ln>
                <a:solidFill>
                  <a:srgbClr val="003CA6"/>
                </a:solidFill>
                <a:effectLst/>
                <a:uLnTx/>
                <a:uFillTx/>
                <a:latin typeface="Calibri" panose="020F0502020204030204" pitchFamily="34" charset="0"/>
                <a:ea typeface="Calibri" panose="020F0502020204030204" pitchFamily="34" charset="0"/>
                <a:cs typeface="Calibri" panose="020F0502020204030204" pitchFamily="34" charset="0"/>
              </a:rPr>
              <a:t>Girdiler</a:t>
            </a:r>
          </a:p>
        </p:txBody>
      </p:sp>
      <p:pic>
        <p:nvPicPr>
          <p:cNvPr id="5" name="Resim 4" descr="yazı tipi, grafik, grafik tasarım, metin içeren bir resim&#10;&#10;Yapay zeka tarafından oluşturulmuş içerik yanlış olabilir.">
            <a:extLst>
              <a:ext uri="{FF2B5EF4-FFF2-40B4-BE49-F238E27FC236}">
                <a16:creationId xmlns:a16="http://schemas.microsoft.com/office/drawing/2014/main" id="{4C142D37-B6F1-24CE-7446-F009D271C1DA}"/>
              </a:ext>
            </a:extLst>
          </p:cNvPr>
          <p:cNvPicPr>
            <a:picLocks noChangeAspect="1"/>
          </p:cNvPicPr>
          <p:nvPr/>
        </p:nvPicPr>
        <p:blipFill>
          <a:blip r:embed="rId2"/>
          <a:stretch>
            <a:fillRect/>
          </a:stretch>
        </p:blipFill>
        <p:spPr>
          <a:xfrm>
            <a:off x="10048240" y="427446"/>
            <a:ext cx="1649518" cy="568557"/>
          </a:xfrm>
          <a:prstGeom prst="rect">
            <a:avLst/>
          </a:prstGeom>
        </p:spPr>
      </p:pic>
      <p:pic>
        <p:nvPicPr>
          <p:cNvPr id="12" name="Resim 11" descr="metin, yazı tipi, grafik, poster içeren bir resim&#10;&#10;Yapay zeka tarafından oluşturulmuş içerik yanlış olabilir.">
            <a:extLst>
              <a:ext uri="{FF2B5EF4-FFF2-40B4-BE49-F238E27FC236}">
                <a16:creationId xmlns:a16="http://schemas.microsoft.com/office/drawing/2014/main" id="{74F42D12-E7C6-E0B7-7F82-6D725ECAF39A}"/>
              </a:ext>
            </a:extLst>
          </p:cNvPr>
          <p:cNvPicPr>
            <a:picLocks noChangeAspect="1"/>
          </p:cNvPicPr>
          <p:nvPr/>
        </p:nvPicPr>
        <p:blipFill>
          <a:blip r:embed="rId3"/>
          <a:stretch>
            <a:fillRect/>
          </a:stretch>
        </p:blipFill>
        <p:spPr>
          <a:xfrm>
            <a:off x="598430" y="5487444"/>
            <a:ext cx="832805" cy="943110"/>
          </a:xfrm>
          <a:prstGeom prst="rect">
            <a:avLst/>
          </a:prstGeom>
        </p:spPr>
      </p:pic>
      <p:pic>
        <p:nvPicPr>
          <p:cNvPr id="14" name="Resim 13" descr="portakal, turuncu, tasarım, yaratıcılık içeren bir resim&#10;&#10;Yapay zeka tarafından oluşturulmuş içerik yanlış olabilir.">
            <a:extLst>
              <a:ext uri="{FF2B5EF4-FFF2-40B4-BE49-F238E27FC236}">
                <a16:creationId xmlns:a16="http://schemas.microsoft.com/office/drawing/2014/main" id="{555D50D7-A8D4-11C2-D995-405E45854BCB}"/>
              </a:ext>
            </a:extLst>
          </p:cNvPr>
          <p:cNvPicPr>
            <a:picLocks noChangeAspect="1"/>
          </p:cNvPicPr>
          <p:nvPr/>
        </p:nvPicPr>
        <p:blipFill>
          <a:blip r:embed="rId4"/>
          <a:srcRect b="52813"/>
          <a:stretch>
            <a:fillRect/>
          </a:stretch>
        </p:blipFill>
        <p:spPr>
          <a:xfrm>
            <a:off x="10212945" y="4983075"/>
            <a:ext cx="2040280" cy="1975865"/>
          </a:xfrm>
          <a:prstGeom prst="rect">
            <a:avLst/>
          </a:prstGeom>
        </p:spPr>
      </p:pic>
      <p:pic>
        <p:nvPicPr>
          <p:cNvPr id="15" name="Resim 14" descr="yeşil, tasarım içeren bir resim&#10;&#10;Yapay zeka tarafından oluşturulmuş içerik yanlış olabilir.">
            <a:extLst>
              <a:ext uri="{FF2B5EF4-FFF2-40B4-BE49-F238E27FC236}">
                <a16:creationId xmlns:a16="http://schemas.microsoft.com/office/drawing/2014/main" id="{EC76EA3B-9299-5B1E-9F55-3D76B0574D5F}"/>
              </a:ext>
            </a:extLst>
          </p:cNvPr>
          <p:cNvPicPr>
            <a:picLocks noChangeAspect="1"/>
          </p:cNvPicPr>
          <p:nvPr/>
        </p:nvPicPr>
        <p:blipFill>
          <a:blip r:embed="rId5"/>
          <a:srcRect b="20626"/>
          <a:stretch>
            <a:fillRect/>
          </a:stretch>
        </p:blipFill>
        <p:spPr>
          <a:xfrm>
            <a:off x="11513820" y="5297122"/>
            <a:ext cx="1020296" cy="1661818"/>
          </a:xfrm>
          <a:prstGeom prst="rect">
            <a:avLst/>
          </a:prstGeom>
        </p:spPr>
      </p:pic>
      <p:pic>
        <p:nvPicPr>
          <p:cNvPr id="16" name="Resim 15" descr="meneviş mavisi, ekran görüntüsü, mavi, tasarım içeren bir resim&#10;&#10;Yapay zeka tarafından oluşturulmuş içerik yanlış olabilir.">
            <a:extLst>
              <a:ext uri="{FF2B5EF4-FFF2-40B4-BE49-F238E27FC236}">
                <a16:creationId xmlns:a16="http://schemas.microsoft.com/office/drawing/2014/main" id="{5F33BDCC-FE66-77E4-FD03-649577D8856D}"/>
              </a:ext>
            </a:extLst>
          </p:cNvPr>
          <p:cNvPicPr>
            <a:picLocks noChangeAspect="1"/>
          </p:cNvPicPr>
          <p:nvPr/>
        </p:nvPicPr>
        <p:blipFill>
          <a:blip r:embed="rId6"/>
          <a:srcRect b="53491"/>
          <a:stretch>
            <a:fillRect/>
          </a:stretch>
        </p:blipFill>
        <p:spPr>
          <a:xfrm>
            <a:off x="10396101" y="6145235"/>
            <a:ext cx="852455" cy="813705"/>
          </a:xfrm>
          <a:prstGeom prst="rect">
            <a:avLst/>
          </a:prstGeom>
        </p:spPr>
      </p:pic>
      <p:cxnSp>
        <p:nvCxnSpPr>
          <p:cNvPr id="13" name="Straight Connector 4">
            <a:extLst>
              <a:ext uri="{FF2B5EF4-FFF2-40B4-BE49-F238E27FC236}">
                <a16:creationId xmlns:a16="http://schemas.microsoft.com/office/drawing/2014/main" id="{F3A2115B-8A79-0FE6-47FF-05593520A9E4}"/>
              </a:ext>
            </a:extLst>
          </p:cNvPr>
          <p:cNvCxnSpPr>
            <a:cxnSpLocks/>
          </p:cNvCxnSpPr>
          <p:nvPr/>
        </p:nvCxnSpPr>
        <p:spPr>
          <a:xfrm>
            <a:off x="660702" y="1199600"/>
            <a:ext cx="672767" cy="0"/>
          </a:xfrm>
          <a:prstGeom prst="line">
            <a:avLst/>
          </a:prstGeom>
          <a:noFill/>
          <a:ln w="76200" cap="rnd" cmpd="sng" algn="ctr">
            <a:gradFill flip="none" rotWithShape="1">
              <a:gsLst>
                <a:gs pos="53000">
                  <a:srgbClr val="E86024"/>
                </a:gs>
                <a:gs pos="99000">
                  <a:srgbClr val="D31467"/>
                </a:gs>
              </a:gsLst>
              <a:lin ang="18900000" scaled="1"/>
              <a:tileRect/>
            </a:gradFill>
            <a:prstDash val="solid"/>
            <a:round/>
          </a:ln>
          <a:effectLst/>
        </p:spPr>
      </p:cxnSp>
      <p:sp>
        <p:nvSpPr>
          <p:cNvPr id="6" name="Yuvarlatılmış Dikdörtgen 5">
            <a:extLst>
              <a:ext uri="{FF2B5EF4-FFF2-40B4-BE49-F238E27FC236}">
                <a16:creationId xmlns:a16="http://schemas.microsoft.com/office/drawing/2014/main" id="{D61BB6F3-F238-63F9-6523-CFBBBD8EFC1B}"/>
              </a:ext>
            </a:extLst>
          </p:cNvPr>
          <p:cNvSpPr/>
          <p:nvPr/>
        </p:nvSpPr>
        <p:spPr>
          <a:xfrm>
            <a:off x="1562439" y="1813789"/>
            <a:ext cx="4319887" cy="3227614"/>
          </a:xfrm>
          <a:prstGeom prst="roundRect">
            <a:avLst>
              <a:gd name="adj" fmla="val 6641"/>
            </a:avLst>
          </a:prstGeom>
          <a:solidFill>
            <a:schemeClr val="bg1"/>
          </a:solidFill>
          <a:ln>
            <a:solidFill>
              <a:schemeClr val="bg1">
                <a:lumMod val="95000"/>
              </a:schemeClr>
            </a:solidFill>
          </a:ln>
          <a:effectLst>
            <a:outerShdw blurRad="185246" dist="22914" dir="540000" sx="97750" sy="97750" algn="ctr" rotWithShape="0">
              <a:schemeClr val="bg1">
                <a:lumMod val="75000"/>
                <a:alpha val="43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tr-TR" b="0" i="0" u="none" strike="noStrike" kern="1200" cap="none" spc="0" normalizeH="0" baseline="0" noProof="0" dirty="0">
              <a:ln>
                <a:noFill/>
              </a:ln>
              <a:solidFill>
                <a:prstClr val="white"/>
              </a:solidFill>
              <a:effectLst/>
              <a:uLnTx/>
              <a:uFillTx/>
              <a:latin typeface="Calibri" panose="020F0502020204030204" pitchFamily="34" charset="0"/>
              <a:ea typeface="Calibri" panose="020F0502020204030204" pitchFamily="34" charset="0"/>
              <a:cs typeface="Calibri" panose="020F0502020204030204" pitchFamily="34" charset="0"/>
            </a:endParaRPr>
          </a:p>
        </p:txBody>
      </p:sp>
      <p:sp>
        <p:nvSpPr>
          <p:cNvPr id="17" name="Rectangle 5">
            <a:extLst>
              <a:ext uri="{FF2B5EF4-FFF2-40B4-BE49-F238E27FC236}">
                <a16:creationId xmlns:a16="http://schemas.microsoft.com/office/drawing/2014/main" id="{45FDFCD3-1090-B990-FDCD-A69D3FB0C546}"/>
              </a:ext>
            </a:extLst>
          </p:cNvPr>
          <p:cNvSpPr/>
          <p:nvPr/>
        </p:nvSpPr>
        <p:spPr>
          <a:xfrm>
            <a:off x="1562439" y="1813789"/>
            <a:ext cx="4319887" cy="607400"/>
          </a:xfrm>
          <a:prstGeom prst="roundRect">
            <a:avLst>
              <a:gd name="adj" fmla="val 26879"/>
            </a:avLst>
          </a:prstGeom>
          <a:solidFill>
            <a:srgbClr val="FC6619"/>
          </a:solidFill>
          <a:ln w="12700" cap="flat" cmpd="sng" algn="ctr">
            <a:noFill/>
            <a:prstDash val="solid"/>
            <a:miter lim="800000"/>
          </a:ln>
          <a:effectLst>
            <a:outerShdw blurRad="177800" dist="12700" dir="540000" sx="98000" sy="98000" algn="ctr" rotWithShape="0">
              <a:srgbClr val="FFFFFF">
                <a:lumMod val="75000"/>
                <a:alpha val="43000"/>
              </a:srgbClr>
            </a:outerShdw>
          </a:effectLst>
        </p:spPr>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b="0" i="0" u="none" strike="noStrike" kern="0" cap="none" spc="0" normalizeH="0" baseline="0" noProof="0" dirty="0">
              <a:ln>
                <a:noFill/>
              </a:ln>
              <a:solidFill>
                <a:srgbClr val="FFFFFF"/>
              </a:solidFill>
              <a:effectLst/>
              <a:uLnTx/>
              <a:uFillTx/>
              <a:latin typeface="Calibri" panose="020F0502020204030204" pitchFamily="34" charset="0"/>
              <a:ea typeface="Calibri" panose="020F0502020204030204" pitchFamily="34" charset="0"/>
              <a:cs typeface="Calibri" panose="020F0502020204030204" pitchFamily="34" charset="0"/>
            </a:endParaRPr>
          </a:p>
        </p:txBody>
      </p:sp>
      <p:sp>
        <p:nvSpPr>
          <p:cNvPr id="20" name="Yuvarlatılmış Dikdörtgen 19">
            <a:extLst>
              <a:ext uri="{FF2B5EF4-FFF2-40B4-BE49-F238E27FC236}">
                <a16:creationId xmlns:a16="http://schemas.microsoft.com/office/drawing/2014/main" id="{9914B7EB-7DBC-78C4-35A5-61BAB709955D}"/>
              </a:ext>
            </a:extLst>
          </p:cNvPr>
          <p:cNvSpPr/>
          <p:nvPr/>
        </p:nvSpPr>
        <p:spPr>
          <a:xfrm>
            <a:off x="6532325" y="1813789"/>
            <a:ext cx="4097236" cy="3227614"/>
          </a:xfrm>
          <a:prstGeom prst="roundRect">
            <a:avLst>
              <a:gd name="adj" fmla="val 6641"/>
            </a:avLst>
          </a:prstGeom>
          <a:solidFill>
            <a:schemeClr val="bg1"/>
          </a:solidFill>
          <a:ln>
            <a:solidFill>
              <a:schemeClr val="bg1">
                <a:lumMod val="95000"/>
              </a:schemeClr>
            </a:solidFill>
          </a:ln>
          <a:effectLst>
            <a:outerShdw blurRad="185246" dist="22914" dir="540000" sx="97750" sy="97750" algn="ctr" rotWithShape="0">
              <a:schemeClr val="bg1">
                <a:lumMod val="75000"/>
                <a:alpha val="43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tr-TR" b="0" i="0" u="none" strike="noStrike" kern="1200" cap="none" spc="0" normalizeH="0" baseline="0" noProof="0" dirty="0">
              <a:ln>
                <a:noFill/>
              </a:ln>
              <a:solidFill>
                <a:prstClr val="white"/>
              </a:solidFill>
              <a:effectLst/>
              <a:uLnTx/>
              <a:uFillTx/>
              <a:latin typeface="Calibri" panose="020F0502020204030204" pitchFamily="34" charset="0"/>
              <a:ea typeface="Calibri" panose="020F0502020204030204" pitchFamily="34" charset="0"/>
              <a:cs typeface="Calibri" panose="020F0502020204030204" pitchFamily="34" charset="0"/>
            </a:endParaRPr>
          </a:p>
        </p:txBody>
      </p:sp>
      <p:sp>
        <p:nvSpPr>
          <p:cNvPr id="24" name="Metin kutusu 23">
            <a:extLst>
              <a:ext uri="{FF2B5EF4-FFF2-40B4-BE49-F238E27FC236}">
                <a16:creationId xmlns:a16="http://schemas.microsoft.com/office/drawing/2014/main" id="{3864C682-1A8C-3EE1-1307-13A7CF0C17E8}"/>
              </a:ext>
            </a:extLst>
          </p:cNvPr>
          <p:cNvSpPr txBox="1"/>
          <p:nvPr/>
        </p:nvSpPr>
        <p:spPr>
          <a:xfrm>
            <a:off x="1668962" y="1920372"/>
            <a:ext cx="3286325" cy="369332"/>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tr-TR" b="1" i="0" u="none" strike="noStrike" kern="1200" cap="none" spc="0" normalizeH="0" baseline="0" noProof="0" dirty="0">
                <a:ln>
                  <a:noFill/>
                </a:ln>
                <a:solidFill>
                  <a:prstClr val="white"/>
                </a:solidFill>
                <a:effectLst/>
                <a:uLnTx/>
                <a:uFillTx/>
                <a:latin typeface="Calibri" panose="020F0502020204030204" pitchFamily="34" charset="0"/>
                <a:ea typeface="Calibri" panose="020F0502020204030204" pitchFamily="34" charset="0"/>
                <a:cs typeface="Calibri" panose="020F0502020204030204" pitchFamily="34" charset="0"/>
              </a:rPr>
              <a:t>Sağlanacak Girdiler</a:t>
            </a:r>
          </a:p>
        </p:txBody>
      </p:sp>
      <p:sp>
        <p:nvSpPr>
          <p:cNvPr id="25" name="Rectangle 5">
            <a:extLst>
              <a:ext uri="{FF2B5EF4-FFF2-40B4-BE49-F238E27FC236}">
                <a16:creationId xmlns:a16="http://schemas.microsoft.com/office/drawing/2014/main" id="{94CB6328-64EF-8ACC-6AF0-8B4446857C07}"/>
              </a:ext>
            </a:extLst>
          </p:cNvPr>
          <p:cNvSpPr/>
          <p:nvPr/>
        </p:nvSpPr>
        <p:spPr>
          <a:xfrm>
            <a:off x="6532325" y="1813789"/>
            <a:ext cx="4097236" cy="607400"/>
          </a:xfrm>
          <a:prstGeom prst="roundRect">
            <a:avLst>
              <a:gd name="adj" fmla="val 26879"/>
            </a:avLst>
          </a:prstGeom>
          <a:solidFill>
            <a:srgbClr val="FC6619"/>
          </a:solidFill>
          <a:ln w="12700" cap="flat" cmpd="sng" algn="ctr">
            <a:noFill/>
            <a:prstDash val="solid"/>
            <a:miter lim="800000"/>
          </a:ln>
          <a:effectLst>
            <a:outerShdw blurRad="177800" dist="12700" dir="540000" sx="98000" sy="98000" algn="ctr" rotWithShape="0">
              <a:srgbClr val="FFFFFF">
                <a:lumMod val="75000"/>
                <a:alpha val="43000"/>
              </a:srgbClr>
            </a:outerShdw>
          </a:effectLst>
        </p:spPr>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b="0" i="0" u="none" strike="noStrike" kern="0" cap="none" spc="0" normalizeH="0" baseline="0" noProof="0" dirty="0">
              <a:ln>
                <a:noFill/>
              </a:ln>
              <a:solidFill>
                <a:srgbClr val="FFFFFF"/>
              </a:solidFill>
              <a:effectLst/>
              <a:uLnTx/>
              <a:uFillTx/>
              <a:latin typeface="Calibri" panose="020F0502020204030204" pitchFamily="34" charset="0"/>
              <a:ea typeface="Calibri" panose="020F0502020204030204" pitchFamily="34" charset="0"/>
              <a:cs typeface="Calibri" panose="020F0502020204030204" pitchFamily="34" charset="0"/>
            </a:endParaRPr>
          </a:p>
        </p:txBody>
      </p:sp>
      <p:sp>
        <p:nvSpPr>
          <p:cNvPr id="27" name="Metin kutusu 26">
            <a:extLst>
              <a:ext uri="{FF2B5EF4-FFF2-40B4-BE49-F238E27FC236}">
                <a16:creationId xmlns:a16="http://schemas.microsoft.com/office/drawing/2014/main" id="{BE2DA864-1E52-FDD9-3C2D-3E604B7498CF}"/>
              </a:ext>
            </a:extLst>
          </p:cNvPr>
          <p:cNvSpPr txBox="1"/>
          <p:nvPr/>
        </p:nvSpPr>
        <p:spPr>
          <a:xfrm>
            <a:off x="6638848" y="1920372"/>
            <a:ext cx="3116945" cy="369332"/>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tr-TR" b="1" i="0" u="none" strike="noStrike" kern="1200" cap="none" spc="0" normalizeH="0" baseline="0" noProof="0" dirty="0">
                <a:ln>
                  <a:noFill/>
                </a:ln>
                <a:solidFill>
                  <a:prstClr val="white"/>
                </a:solidFill>
                <a:effectLst/>
                <a:uLnTx/>
                <a:uFillTx/>
                <a:latin typeface="Calibri" panose="020F0502020204030204" pitchFamily="34" charset="0"/>
                <a:ea typeface="Calibri" panose="020F0502020204030204" pitchFamily="34" charset="0"/>
                <a:cs typeface="Calibri" panose="020F0502020204030204" pitchFamily="34" charset="0"/>
              </a:rPr>
              <a:t>Entegrasyon Beklentisi</a:t>
            </a:r>
          </a:p>
        </p:txBody>
      </p:sp>
      <p:sp>
        <p:nvSpPr>
          <p:cNvPr id="32" name="Metin kutusu 31">
            <a:extLst>
              <a:ext uri="{FF2B5EF4-FFF2-40B4-BE49-F238E27FC236}">
                <a16:creationId xmlns:a16="http://schemas.microsoft.com/office/drawing/2014/main" id="{F6E0FF3E-0992-177D-E9B7-797386D926FD}"/>
              </a:ext>
            </a:extLst>
          </p:cNvPr>
          <p:cNvSpPr txBox="1"/>
          <p:nvPr/>
        </p:nvSpPr>
        <p:spPr>
          <a:xfrm>
            <a:off x="1822966" y="2613328"/>
            <a:ext cx="3791971" cy="2308324"/>
          </a:xfrm>
          <a:prstGeom prst="rect">
            <a:avLst/>
          </a:prstGeom>
          <a:noFill/>
        </p:spPr>
        <p:txBody>
          <a:bodyPr wrap="square" rtlCol="0">
            <a:spAutoFit/>
          </a:bodyPr>
          <a:lstStyle/>
          <a:p>
            <a:pPr marL="342900" marR="0" lvl="0" indent="-34290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tr-TR" b="0" i="0" u="none" strike="noStrike" kern="1200" cap="none" spc="0" normalizeH="0" baseline="0" noProof="0" dirty="0">
                <a:ln>
                  <a:noFill/>
                </a:ln>
                <a:solidFill>
                  <a:srgbClr val="000000">
                    <a:lumMod val="75000"/>
                    <a:lumOff val="25000"/>
                  </a:srgbClr>
                </a:solidFill>
                <a:effectLst/>
                <a:uLnTx/>
                <a:uFillTx/>
                <a:latin typeface="Calibri" panose="020F0502020204030204" pitchFamily="34" charset="0"/>
                <a:ea typeface="Calibri" panose="020F0502020204030204" pitchFamily="34" charset="0"/>
                <a:cs typeface="Calibri" panose="020F0502020204030204" pitchFamily="34" charset="0"/>
              </a:rPr>
              <a:t>Örnek/sentetik sensör verileri</a:t>
            </a:r>
          </a:p>
          <a:p>
            <a:pPr marR="0" lvl="0" algn="l" defTabSz="457200" rtl="0" eaLnBrk="1" fontAlgn="auto" latinLnBrk="0" hangingPunct="1">
              <a:lnSpc>
                <a:spcPct val="100000"/>
              </a:lnSpc>
              <a:spcBef>
                <a:spcPts val="0"/>
              </a:spcBef>
              <a:spcAft>
                <a:spcPts val="0"/>
              </a:spcAft>
              <a:buClrTx/>
              <a:buSzTx/>
              <a:tabLst/>
              <a:defRPr/>
            </a:pPr>
            <a:endParaRPr kumimoji="0" lang="tr-TR" b="0" i="0" u="none" strike="noStrike" kern="1200" cap="none" spc="0" normalizeH="0" baseline="0" noProof="0" dirty="0">
              <a:ln>
                <a:noFill/>
              </a:ln>
              <a:solidFill>
                <a:srgbClr val="000000">
                  <a:lumMod val="75000"/>
                  <a:lumOff val="25000"/>
                </a:srgbClr>
              </a:solidFill>
              <a:effectLst/>
              <a:uLnTx/>
              <a:uFillTx/>
              <a:latin typeface="Calibri" panose="020F0502020204030204" pitchFamily="34" charset="0"/>
              <a:ea typeface="Calibri" panose="020F0502020204030204" pitchFamily="34" charset="0"/>
              <a:cs typeface="Calibri" panose="020F0502020204030204" pitchFamily="34" charset="0"/>
            </a:endParaRPr>
          </a:p>
          <a:p>
            <a:pPr marL="342900" marR="0" lvl="0" indent="-34290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tr-TR" b="0" i="0" u="none" strike="noStrike" kern="1200" cap="none" spc="0" normalizeH="0" baseline="0" noProof="0" dirty="0">
                <a:ln>
                  <a:noFill/>
                </a:ln>
                <a:solidFill>
                  <a:srgbClr val="000000">
                    <a:lumMod val="75000"/>
                    <a:lumOff val="25000"/>
                  </a:srgbClr>
                </a:solidFill>
                <a:effectLst/>
                <a:uLnTx/>
                <a:uFillTx/>
                <a:latin typeface="Calibri" panose="020F0502020204030204" pitchFamily="34" charset="0"/>
                <a:ea typeface="Calibri" panose="020F0502020204030204" pitchFamily="34" charset="0"/>
                <a:cs typeface="Calibri" panose="020F0502020204030204" pitchFamily="34" charset="0"/>
              </a:rPr>
              <a:t>Sensörlere ilişkin örnek teknik bilgiler</a:t>
            </a:r>
          </a:p>
          <a:p>
            <a:pPr marR="0" lvl="0" algn="l" defTabSz="457200" rtl="0" eaLnBrk="1" fontAlgn="auto" latinLnBrk="0" hangingPunct="1">
              <a:lnSpc>
                <a:spcPct val="100000"/>
              </a:lnSpc>
              <a:spcBef>
                <a:spcPts val="0"/>
              </a:spcBef>
              <a:spcAft>
                <a:spcPts val="0"/>
              </a:spcAft>
              <a:buClrTx/>
              <a:buSzTx/>
              <a:tabLst/>
              <a:defRPr/>
            </a:pPr>
            <a:endParaRPr kumimoji="0" lang="tr-TR" b="0" i="0" u="none" strike="noStrike" kern="1200" cap="none" spc="0" normalizeH="0" baseline="0" noProof="0" dirty="0">
              <a:ln>
                <a:noFill/>
              </a:ln>
              <a:solidFill>
                <a:srgbClr val="000000">
                  <a:lumMod val="75000"/>
                  <a:lumOff val="25000"/>
                </a:srgbClr>
              </a:solidFill>
              <a:effectLst/>
              <a:uLnTx/>
              <a:uFillTx/>
              <a:latin typeface="Calibri" panose="020F0502020204030204" pitchFamily="34" charset="0"/>
              <a:ea typeface="Calibri" panose="020F0502020204030204" pitchFamily="34" charset="0"/>
              <a:cs typeface="Calibri" panose="020F0502020204030204" pitchFamily="34" charset="0"/>
            </a:endParaRPr>
          </a:p>
          <a:p>
            <a:pPr marL="342900" marR="0" lvl="0" indent="-34290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tr-TR" b="0" i="0" u="none" strike="noStrike" kern="1200" cap="none" spc="0" normalizeH="0" baseline="0" noProof="0" dirty="0">
                <a:ln>
                  <a:noFill/>
                </a:ln>
                <a:solidFill>
                  <a:srgbClr val="000000">
                    <a:lumMod val="75000"/>
                    <a:lumOff val="25000"/>
                  </a:srgbClr>
                </a:solidFill>
                <a:effectLst/>
                <a:uLnTx/>
                <a:uFillTx/>
                <a:latin typeface="Calibri" panose="020F0502020204030204" pitchFamily="34" charset="0"/>
                <a:ea typeface="Calibri" panose="020F0502020204030204" pitchFamily="34" charset="0"/>
                <a:cs typeface="Calibri" panose="020F0502020204030204" pitchFamily="34" charset="0"/>
              </a:rPr>
              <a:t>Kabin içi/dışı fotoğrafları, kablolama şema ve bağlantı çizimleri – TEDAŞ MYD Şartnamesi</a:t>
            </a:r>
          </a:p>
        </p:txBody>
      </p:sp>
      <p:sp>
        <p:nvSpPr>
          <p:cNvPr id="33" name="Metin kutusu 32">
            <a:extLst>
              <a:ext uri="{FF2B5EF4-FFF2-40B4-BE49-F238E27FC236}">
                <a16:creationId xmlns:a16="http://schemas.microsoft.com/office/drawing/2014/main" id="{2E32EE2D-402E-70F1-3A4D-127D16853C58}"/>
              </a:ext>
            </a:extLst>
          </p:cNvPr>
          <p:cNvSpPr txBox="1"/>
          <p:nvPr/>
        </p:nvSpPr>
        <p:spPr>
          <a:xfrm>
            <a:off x="6687317" y="2627987"/>
            <a:ext cx="3688726" cy="1477328"/>
          </a:xfrm>
          <a:prstGeom prst="rect">
            <a:avLst/>
          </a:prstGeom>
          <a:noFill/>
        </p:spPr>
        <p:txBody>
          <a:bodyPr wrap="square" rtlCol="0">
            <a:spAutoFit/>
          </a:bodyPr>
          <a:lstStyle/>
          <a:p>
            <a:pPr marL="342900" marR="0" lvl="0" indent="-34290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tr-TR" b="0" i="0" u="none" strike="noStrike" kern="1200" cap="none" spc="0" normalizeH="0" baseline="0" noProof="0" dirty="0">
                <a:ln>
                  <a:noFill/>
                </a:ln>
                <a:solidFill>
                  <a:srgbClr val="000000">
                    <a:lumMod val="75000"/>
                    <a:lumOff val="25000"/>
                  </a:srgbClr>
                </a:solidFill>
                <a:effectLst/>
                <a:uLnTx/>
                <a:uFillTx/>
                <a:latin typeface="Calibri" panose="020F0502020204030204" pitchFamily="34" charset="0"/>
                <a:ea typeface="Calibri" panose="020F0502020204030204" pitchFamily="34" charset="0"/>
                <a:cs typeface="Calibri" panose="020F0502020204030204" pitchFamily="34" charset="0"/>
              </a:rPr>
              <a:t>Scada entegrasyonu için </a:t>
            </a:r>
            <a:r>
              <a:rPr kumimoji="0" lang="tr-TR" b="0" i="0" u="none" strike="noStrike" kern="1200" cap="none" spc="0" normalizeH="0" baseline="0" noProof="0" dirty="0" err="1">
                <a:ln>
                  <a:noFill/>
                </a:ln>
                <a:solidFill>
                  <a:srgbClr val="000000">
                    <a:lumMod val="75000"/>
                    <a:lumOff val="25000"/>
                  </a:srgbClr>
                </a:solidFill>
                <a:effectLst/>
                <a:uLnTx/>
                <a:uFillTx/>
                <a:latin typeface="Calibri" panose="020F0502020204030204" pitchFamily="34" charset="0"/>
                <a:ea typeface="Calibri" panose="020F0502020204030204" pitchFamily="34" charset="0"/>
                <a:cs typeface="Calibri" panose="020F0502020204030204" pitchFamily="34" charset="0"/>
              </a:rPr>
              <a:t>Modbus</a:t>
            </a:r>
            <a:r>
              <a:rPr kumimoji="0" lang="tr-TR" b="0" i="0" u="none" strike="noStrike" kern="1200" cap="none" spc="0" normalizeH="0" baseline="0" noProof="0" dirty="0">
                <a:ln>
                  <a:noFill/>
                </a:ln>
                <a:solidFill>
                  <a:srgbClr val="000000">
                    <a:lumMod val="75000"/>
                    <a:lumOff val="25000"/>
                  </a:srgbClr>
                </a:solidFill>
                <a:effectLst/>
                <a:uLnTx/>
                <a:uFillTx/>
                <a:latin typeface="Calibri" panose="020F0502020204030204" pitchFamily="34" charset="0"/>
                <a:ea typeface="Calibri" panose="020F0502020204030204" pitchFamily="34" charset="0"/>
                <a:cs typeface="Calibri" panose="020F0502020204030204" pitchFamily="34" charset="0"/>
              </a:rPr>
              <a:t> </a:t>
            </a:r>
            <a:r>
              <a:rPr kumimoji="0" lang="tr-TR" b="0" i="0" u="none" strike="noStrike" kern="1200" cap="none" spc="0" normalizeH="0" baseline="0" noProof="0" dirty="0" err="1">
                <a:ln>
                  <a:noFill/>
                </a:ln>
                <a:solidFill>
                  <a:srgbClr val="000000">
                    <a:lumMod val="75000"/>
                    <a:lumOff val="25000"/>
                  </a:srgbClr>
                </a:solidFill>
                <a:effectLst/>
                <a:uLnTx/>
                <a:uFillTx/>
                <a:latin typeface="Calibri" panose="020F0502020204030204" pitchFamily="34" charset="0"/>
                <a:ea typeface="Calibri" panose="020F0502020204030204" pitchFamily="34" charset="0"/>
                <a:cs typeface="Calibri" panose="020F0502020204030204" pitchFamily="34" charset="0"/>
              </a:rPr>
              <a:t>Register</a:t>
            </a:r>
            <a:r>
              <a:rPr kumimoji="0" lang="tr-TR" b="0" i="0" u="none" strike="noStrike" kern="1200" cap="none" spc="0" normalizeH="0" baseline="0" noProof="0" dirty="0">
                <a:ln>
                  <a:noFill/>
                </a:ln>
                <a:solidFill>
                  <a:srgbClr val="000000">
                    <a:lumMod val="75000"/>
                    <a:lumOff val="25000"/>
                  </a:srgbClr>
                </a:solidFill>
                <a:effectLst/>
                <a:uLnTx/>
                <a:uFillTx/>
                <a:latin typeface="Calibri" panose="020F0502020204030204" pitchFamily="34" charset="0"/>
                <a:ea typeface="Calibri" panose="020F0502020204030204" pitchFamily="34" charset="0"/>
                <a:cs typeface="Calibri" panose="020F0502020204030204" pitchFamily="34" charset="0"/>
              </a:rPr>
              <a:t> </a:t>
            </a:r>
            <a:r>
              <a:rPr kumimoji="0" lang="tr-TR" b="0" i="0" u="none" strike="noStrike" kern="1200" cap="none" spc="0" normalizeH="0" baseline="0" noProof="0" dirty="0" err="1">
                <a:ln>
                  <a:noFill/>
                </a:ln>
                <a:solidFill>
                  <a:srgbClr val="000000">
                    <a:lumMod val="75000"/>
                    <a:lumOff val="25000"/>
                  </a:srgbClr>
                </a:solidFill>
                <a:effectLst/>
                <a:uLnTx/>
                <a:uFillTx/>
                <a:latin typeface="Calibri" panose="020F0502020204030204" pitchFamily="34" charset="0"/>
                <a:ea typeface="Calibri" panose="020F0502020204030204" pitchFamily="34" charset="0"/>
                <a:cs typeface="Calibri" panose="020F0502020204030204" pitchFamily="34" charset="0"/>
              </a:rPr>
              <a:t>Map</a:t>
            </a:r>
            <a:r>
              <a:rPr kumimoji="0" lang="tr-TR" b="0" i="0" u="none" strike="noStrike" kern="1200" cap="none" spc="0" normalizeH="0" baseline="0" noProof="0" dirty="0">
                <a:ln>
                  <a:noFill/>
                </a:ln>
                <a:solidFill>
                  <a:srgbClr val="000000">
                    <a:lumMod val="75000"/>
                    <a:lumOff val="25000"/>
                  </a:srgbClr>
                </a:solidFill>
                <a:effectLst/>
                <a:uLnTx/>
                <a:uFillTx/>
                <a:latin typeface="Calibri" panose="020F0502020204030204" pitchFamily="34" charset="0"/>
                <a:ea typeface="Calibri" panose="020F0502020204030204" pitchFamily="34" charset="0"/>
                <a:cs typeface="Calibri" panose="020F0502020204030204" pitchFamily="34" charset="0"/>
              </a:rPr>
              <a:t> referans alınacaktır.</a:t>
            </a:r>
          </a:p>
          <a:p>
            <a:pPr marL="342900" marR="0" lvl="0" indent="-34290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tr-TR" b="0" i="0" u="none" strike="noStrike" kern="1200" cap="none" spc="0" normalizeH="0" baseline="0" noProof="0" dirty="0">
              <a:ln>
                <a:noFill/>
              </a:ln>
              <a:solidFill>
                <a:srgbClr val="000000">
                  <a:lumMod val="75000"/>
                  <a:lumOff val="25000"/>
                </a:srgbClr>
              </a:solidFill>
              <a:effectLst/>
              <a:uLnTx/>
              <a:uFillTx/>
              <a:latin typeface="Calibri" panose="020F0502020204030204" pitchFamily="34" charset="0"/>
              <a:ea typeface="Calibri" panose="020F0502020204030204" pitchFamily="34" charset="0"/>
              <a:cs typeface="Calibri" panose="020F0502020204030204" pitchFamily="34" charset="0"/>
            </a:endParaRPr>
          </a:p>
          <a:p>
            <a:pPr marL="342900" marR="0" lvl="0" indent="-34290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tr-TR" b="0" i="0" u="none" strike="noStrike" kern="1200" cap="none" spc="0" normalizeH="0" baseline="0" noProof="0" dirty="0">
                <a:ln>
                  <a:noFill/>
                </a:ln>
                <a:solidFill>
                  <a:srgbClr val="000000">
                    <a:lumMod val="75000"/>
                    <a:lumOff val="25000"/>
                  </a:srgbClr>
                </a:solidFill>
                <a:effectLst/>
                <a:uLnTx/>
                <a:uFillTx/>
                <a:latin typeface="Calibri" panose="020F0502020204030204" pitchFamily="34" charset="0"/>
                <a:ea typeface="Calibri" panose="020F0502020204030204" pitchFamily="34" charset="0"/>
                <a:cs typeface="Calibri" panose="020F0502020204030204" pitchFamily="34" charset="0"/>
              </a:rPr>
              <a:t>Gerçek saha sistemlerine bağlantı kurulması beklenmemektedir</a:t>
            </a:r>
          </a:p>
        </p:txBody>
      </p:sp>
    </p:spTree>
    <p:extLst>
      <p:ext uri="{BB962C8B-B14F-4D97-AF65-F5344CB8AC3E}">
        <p14:creationId xmlns:p14="http://schemas.microsoft.com/office/powerpoint/2010/main" val="3935822478"/>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with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fade">
                                      <p:cBhvr>
                                        <p:cTn id="7" dur="1000"/>
                                        <p:tgtEl>
                                          <p:spTgt spid="15"/>
                                        </p:tgtEl>
                                      </p:cBhvr>
                                    </p:animEffect>
                                    <p:anim calcmode="lin" valueType="num">
                                      <p:cBhvr>
                                        <p:cTn id="8" dur="1000" fill="hold"/>
                                        <p:tgtEl>
                                          <p:spTgt spid="15"/>
                                        </p:tgtEl>
                                        <p:attrNameLst>
                                          <p:attrName>ppt_x</p:attrName>
                                        </p:attrNameLst>
                                      </p:cBhvr>
                                      <p:tavLst>
                                        <p:tav tm="0">
                                          <p:val>
                                            <p:strVal val="#ppt_x"/>
                                          </p:val>
                                        </p:tav>
                                        <p:tav tm="100000">
                                          <p:val>
                                            <p:strVal val="#ppt_x"/>
                                          </p:val>
                                        </p:tav>
                                      </p:tavLst>
                                    </p:anim>
                                    <p:anim calcmode="lin" valueType="num">
                                      <p:cBhvr>
                                        <p:cTn id="9" dur="1000" fill="hold"/>
                                        <p:tgtEl>
                                          <p:spTgt spid="15"/>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14"/>
                                        </p:tgtEl>
                                        <p:attrNameLst>
                                          <p:attrName>style.visibility</p:attrName>
                                        </p:attrNameLst>
                                      </p:cBhvr>
                                      <p:to>
                                        <p:strVal val="visible"/>
                                      </p:to>
                                    </p:set>
                                    <p:animEffect transition="in" filter="fade">
                                      <p:cBhvr>
                                        <p:cTn id="12" dur="1000"/>
                                        <p:tgtEl>
                                          <p:spTgt spid="14"/>
                                        </p:tgtEl>
                                      </p:cBhvr>
                                    </p:animEffect>
                                    <p:anim calcmode="lin" valueType="num">
                                      <p:cBhvr>
                                        <p:cTn id="13" dur="1000" fill="hold"/>
                                        <p:tgtEl>
                                          <p:spTgt spid="14"/>
                                        </p:tgtEl>
                                        <p:attrNameLst>
                                          <p:attrName>ppt_x</p:attrName>
                                        </p:attrNameLst>
                                      </p:cBhvr>
                                      <p:tavLst>
                                        <p:tav tm="0">
                                          <p:val>
                                            <p:strVal val="#ppt_x"/>
                                          </p:val>
                                        </p:tav>
                                        <p:tav tm="100000">
                                          <p:val>
                                            <p:strVal val="#ppt_x"/>
                                          </p:val>
                                        </p:tav>
                                      </p:tavLst>
                                    </p:anim>
                                    <p:anim calcmode="lin" valueType="num">
                                      <p:cBhvr>
                                        <p:cTn id="14" dur="1000" fill="hold"/>
                                        <p:tgtEl>
                                          <p:spTgt spid="14"/>
                                        </p:tgtEl>
                                        <p:attrNameLst>
                                          <p:attrName>ppt_y</p:attrName>
                                        </p:attrNameLst>
                                      </p:cBhvr>
                                      <p:tavLst>
                                        <p:tav tm="0">
                                          <p:val>
                                            <p:strVal val="#ppt_y+.1"/>
                                          </p:val>
                                        </p:tav>
                                        <p:tav tm="100000">
                                          <p:val>
                                            <p:strVal val="#ppt_y"/>
                                          </p:val>
                                        </p:tav>
                                      </p:tavLst>
                                    </p:anim>
                                  </p:childTnLst>
                                </p:cTn>
                              </p:par>
                              <p:par>
                                <p:cTn id="15" presetID="42" presetClass="entr" presetSubtype="0" fill="hold" nodeType="withEffect">
                                  <p:stCondLst>
                                    <p:cond delay="0"/>
                                  </p:stCondLst>
                                  <p:childTnLst>
                                    <p:set>
                                      <p:cBhvr>
                                        <p:cTn id="16" dur="1" fill="hold">
                                          <p:stCondLst>
                                            <p:cond delay="0"/>
                                          </p:stCondLst>
                                        </p:cTn>
                                        <p:tgtEl>
                                          <p:spTgt spid="16"/>
                                        </p:tgtEl>
                                        <p:attrNameLst>
                                          <p:attrName>style.visibility</p:attrName>
                                        </p:attrNameLst>
                                      </p:cBhvr>
                                      <p:to>
                                        <p:strVal val="visible"/>
                                      </p:to>
                                    </p:set>
                                    <p:animEffect transition="in" filter="fade">
                                      <p:cBhvr>
                                        <p:cTn id="17" dur="1000"/>
                                        <p:tgtEl>
                                          <p:spTgt spid="16"/>
                                        </p:tgtEl>
                                      </p:cBhvr>
                                    </p:animEffect>
                                    <p:anim calcmode="lin" valueType="num">
                                      <p:cBhvr>
                                        <p:cTn id="18" dur="1000" fill="hold"/>
                                        <p:tgtEl>
                                          <p:spTgt spid="16"/>
                                        </p:tgtEl>
                                        <p:attrNameLst>
                                          <p:attrName>ppt_x</p:attrName>
                                        </p:attrNameLst>
                                      </p:cBhvr>
                                      <p:tavLst>
                                        <p:tav tm="0">
                                          <p:val>
                                            <p:strVal val="#ppt_x"/>
                                          </p:val>
                                        </p:tav>
                                        <p:tav tm="100000">
                                          <p:val>
                                            <p:strVal val="#ppt_x"/>
                                          </p:val>
                                        </p:tav>
                                      </p:tavLst>
                                    </p:anim>
                                    <p:anim calcmode="lin" valueType="num">
                                      <p:cBhvr>
                                        <p:cTn id="19" dur="1000" fill="hold"/>
                                        <p:tgtEl>
                                          <p:spTgt spid="1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FEB845-941B-0836-065A-633120274331}"/>
            </a:ext>
          </a:extLst>
        </p:cNvPr>
        <p:cNvGrpSpPr/>
        <p:nvPr/>
      </p:nvGrpSpPr>
      <p:grpSpPr>
        <a:xfrm>
          <a:off x="0" y="0"/>
          <a:ext cx="0" cy="0"/>
          <a:chOff x="0" y="0"/>
          <a:chExt cx="0" cy="0"/>
        </a:xfrm>
      </p:grpSpPr>
      <p:sp>
        <p:nvSpPr>
          <p:cNvPr id="34" name="Title 1">
            <a:extLst>
              <a:ext uri="{FF2B5EF4-FFF2-40B4-BE49-F238E27FC236}">
                <a16:creationId xmlns:a16="http://schemas.microsoft.com/office/drawing/2014/main" id="{F2DC4532-9444-F3E2-6D44-CCB299CDA7DB}"/>
              </a:ext>
            </a:extLst>
          </p:cNvPr>
          <p:cNvSpPr txBox="1">
            <a:spLocks/>
          </p:cNvSpPr>
          <p:nvPr/>
        </p:nvSpPr>
        <p:spPr>
          <a:xfrm>
            <a:off x="602194" y="2159433"/>
            <a:ext cx="3229577" cy="1034001"/>
          </a:xfrm>
          <a:prstGeom prst="rect">
            <a:avLst/>
          </a:prstGeom>
        </p:spPr>
        <p:txBody>
          <a:bodyPr wrap="square" lIns="0" tIns="0" rIns="0" bIns="0">
            <a:spAutoFit/>
          </a:bodyPr>
          <a:lstStyle>
            <a:defPPr>
              <a:defRPr lang="en-US"/>
            </a:defPPr>
            <a:lvl1pPr defTabSz="1828800">
              <a:lnSpc>
                <a:spcPct val="90000"/>
              </a:lnSpc>
              <a:spcBef>
                <a:spcPct val="0"/>
              </a:spcBef>
              <a:buNone/>
              <a:defRPr sz="3200" b="1" cap="none" spc="-38" baseline="0">
                <a:latin typeface="Gilroy-RegularItalic" pitchFamily="2" charset="0"/>
                <a:ea typeface="Open Sans" panose="020B0606030504020204" pitchFamily="34" charset="0"/>
                <a:cs typeface="Open Sans" panose="020B0606030504020204" pitchFamily="34" charset="0"/>
              </a:defRPr>
            </a:lvl1pPr>
          </a:lstStyle>
          <a:p>
            <a:pPr defTabSz="2438339"/>
            <a:r>
              <a:rPr lang="tr-TR" sz="3733" spc="-51" dirty="0">
                <a:solidFill>
                  <a:srgbClr val="003CA6"/>
                </a:solidFill>
                <a:latin typeface="Calibri" panose="020F0502020204030204" pitchFamily="34" charset="0"/>
                <a:ea typeface="Calibri" panose="020F0502020204030204" pitchFamily="34" charset="0"/>
                <a:cs typeface="Calibri" panose="020F0502020204030204" pitchFamily="34" charset="0"/>
              </a:rPr>
              <a:t>Beklenen Çıktılar</a:t>
            </a:r>
          </a:p>
        </p:txBody>
      </p:sp>
      <p:sp>
        <p:nvSpPr>
          <p:cNvPr id="4" name="Dikdörtgen 3">
            <a:extLst>
              <a:ext uri="{FF2B5EF4-FFF2-40B4-BE49-F238E27FC236}">
                <a16:creationId xmlns:a16="http://schemas.microsoft.com/office/drawing/2014/main" id="{BEC98DE3-1756-2E4F-9C70-A399F6B0C842}"/>
              </a:ext>
            </a:extLst>
          </p:cNvPr>
          <p:cNvSpPr/>
          <p:nvPr/>
        </p:nvSpPr>
        <p:spPr>
          <a:xfrm>
            <a:off x="504062" y="3739315"/>
            <a:ext cx="3099110" cy="584775"/>
          </a:xfrm>
          <a:prstGeom prst="rect">
            <a:avLst/>
          </a:prstGeom>
        </p:spPr>
        <p:txBody>
          <a:bodyPr wrap="square">
            <a:spAutoFit/>
          </a:bodyPr>
          <a:lstStyle/>
          <a:p>
            <a:pPr defTabSz="1219170">
              <a:defRPr/>
            </a:pPr>
            <a:r>
              <a:rPr lang="tr-TR" sz="1600" dirty="0">
                <a:solidFill>
                  <a:srgbClr val="000000"/>
                </a:solidFill>
              </a:rPr>
              <a:t>Geliştirilen çözümün yanıt vermesi beklenen sorular</a:t>
            </a:r>
          </a:p>
        </p:txBody>
      </p:sp>
      <p:pic>
        <p:nvPicPr>
          <p:cNvPr id="5" name="Resim 4" descr="yazı tipi, grafik, grafik tasarım, metin içeren bir resim&#10;&#10;Yapay zeka tarafından oluşturulmuş içerik yanlış olabilir.">
            <a:extLst>
              <a:ext uri="{FF2B5EF4-FFF2-40B4-BE49-F238E27FC236}">
                <a16:creationId xmlns:a16="http://schemas.microsoft.com/office/drawing/2014/main" id="{0AEDCF37-1FC2-3B15-71AB-0476355C7CB9}"/>
              </a:ext>
            </a:extLst>
          </p:cNvPr>
          <p:cNvPicPr>
            <a:picLocks noChangeAspect="1"/>
          </p:cNvPicPr>
          <p:nvPr/>
        </p:nvPicPr>
        <p:blipFill>
          <a:blip r:embed="rId2"/>
          <a:stretch>
            <a:fillRect/>
          </a:stretch>
        </p:blipFill>
        <p:spPr>
          <a:xfrm>
            <a:off x="10048240" y="427446"/>
            <a:ext cx="1649518" cy="568557"/>
          </a:xfrm>
          <a:prstGeom prst="rect">
            <a:avLst/>
          </a:prstGeom>
        </p:spPr>
      </p:pic>
      <p:pic>
        <p:nvPicPr>
          <p:cNvPr id="12" name="Resim 11" descr="metin, yazı tipi, grafik, poster içeren bir resim&#10;&#10;Yapay zeka tarafından oluşturulmuş içerik yanlış olabilir.">
            <a:extLst>
              <a:ext uri="{FF2B5EF4-FFF2-40B4-BE49-F238E27FC236}">
                <a16:creationId xmlns:a16="http://schemas.microsoft.com/office/drawing/2014/main" id="{9112E77F-887A-AF29-6E6E-FA3FE6B0243B}"/>
              </a:ext>
            </a:extLst>
          </p:cNvPr>
          <p:cNvPicPr>
            <a:picLocks noChangeAspect="1"/>
          </p:cNvPicPr>
          <p:nvPr/>
        </p:nvPicPr>
        <p:blipFill>
          <a:blip r:embed="rId3"/>
          <a:stretch>
            <a:fillRect/>
          </a:stretch>
        </p:blipFill>
        <p:spPr>
          <a:xfrm>
            <a:off x="598430" y="5487444"/>
            <a:ext cx="832805" cy="943110"/>
          </a:xfrm>
          <a:prstGeom prst="rect">
            <a:avLst/>
          </a:prstGeom>
        </p:spPr>
      </p:pic>
      <p:pic>
        <p:nvPicPr>
          <p:cNvPr id="14" name="Resim 13" descr="portakal, turuncu, tasarım, yaratıcılık içeren bir resim&#10;&#10;Yapay zeka tarafından oluşturulmuş içerik yanlış olabilir.">
            <a:extLst>
              <a:ext uri="{FF2B5EF4-FFF2-40B4-BE49-F238E27FC236}">
                <a16:creationId xmlns:a16="http://schemas.microsoft.com/office/drawing/2014/main" id="{4729F0BE-D068-9941-3434-03F0484B4E1B}"/>
              </a:ext>
            </a:extLst>
          </p:cNvPr>
          <p:cNvPicPr>
            <a:picLocks noChangeAspect="1"/>
          </p:cNvPicPr>
          <p:nvPr/>
        </p:nvPicPr>
        <p:blipFill>
          <a:blip r:embed="rId4"/>
          <a:srcRect b="52813"/>
          <a:stretch>
            <a:fillRect/>
          </a:stretch>
        </p:blipFill>
        <p:spPr>
          <a:xfrm>
            <a:off x="10212945" y="4983075"/>
            <a:ext cx="2040280" cy="1975865"/>
          </a:xfrm>
          <a:prstGeom prst="rect">
            <a:avLst/>
          </a:prstGeom>
        </p:spPr>
      </p:pic>
      <p:pic>
        <p:nvPicPr>
          <p:cNvPr id="15" name="Resim 14" descr="yeşil, tasarım içeren bir resim&#10;&#10;Yapay zeka tarafından oluşturulmuş içerik yanlış olabilir.">
            <a:extLst>
              <a:ext uri="{FF2B5EF4-FFF2-40B4-BE49-F238E27FC236}">
                <a16:creationId xmlns:a16="http://schemas.microsoft.com/office/drawing/2014/main" id="{F28433AD-61D4-22D3-609E-435D0E5C3237}"/>
              </a:ext>
            </a:extLst>
          </p:cNvPr>
          <p:cNvPicPr>
            <a:picLocks noChangeAspect="1"/>
          </p:cNvPicPr>
          <p:nvPr/>
        </p:nvPicPr>
        <p:blipFill>
          <a:blip r:embed="rId5"/>
          <a:srcRect b="20626"/>
          <a:stretch>
            <a:fillRect/>
          </a:stretch>
        </p:blipFill>
        <p:spPr>
          <a:xfrm>
            <a:off x="11513820" y="5297122"/>
            <a:ext cx="1020296" cy="1661818"/>
          </a:xfrm>
          <a:prstGeom prst="rect">
            <a:avLst/>
          </a:prstGeom>
        </p:spPr>
      </p:pic>
      <p:pic>
        <p:nvPicPr>
          <p:cNvPr id="16" name="Resim 15" descr="meneviş mavisi, ekran görüntüsü, mavi, tasarım içeren bir resim&#10;&#10;Yapay zeka tarafından oluşturulmuş içerik yanlış olabilir.">
            <a:extLst>
              <a:ext uri="{FF2B5EF4-FFF2-40B4-BE49-F238E27FC236}">
                <a16:creationId xmlns:a16="http://schemas.microsoft.com/office/drawing/2014/main" id="{F0EB310E-F9C2-0898-1918-3BA2AEE2E43F}"/>
              </a:ext>
            </a:extLst>
          </p:cNvPr>
          <p:cNvPicPr>
            <a:picLocks noChangeAspect="1"/>
          </p:cNvPicPr>
          <p:nvPr/>
        </p:nvPicPr>
        <p:blipFill>
          <a:blip r:embed="rId6"/>
          <a:srcRect b="53491"/>
          <a:stretch>
            <a:fillRect/>
          </a:stretch>
        </p:blipFill>
        <p:spPr>
          <a:xfrm>
            <a:off x="10396101" y="6145235"/>
            <a:ext cx="852455" cy="813705"/>
          </a:xfrm>
          <a:prstGeom prst="rect">
            <a:avLst/>
          </a:prstGeom>
        </p:spPr>
      </p:pic>
      <p:cxnSp>
        <p:nvCxnSpPr>
          <p:cNvPr id="13" name="Straight Connector 4">
            <a:extLst>
              <a:ext uri="{FF2B5EF4-FFF2-40B4-BE49-F238E27FC236}">
                <a16:creationId xmlns:a16="http://schemas.microsoft.com/office/drawing/2014/main" id="{EC2CD6CE-F605-F67A-1E0F-42E46D7DC955}"/>
              </a:ext>
            </a:extLst>
          </p:cNvPr>
          <p:cNvCxnSpPr>
            <a:cxnSpLocks/>
          </p:cNvCxnSpPr>
          <p:nvPr/>
        </p:nvCxnSpPr>
        <p:spPr>
          <a:xfrm>
            <a:off x="660702" y="3528900"/>
            <a:ext cx="672767" cy="0"/>
          </a:xfrm>
          <a:prstGeom prst="line">
            <a:avLst/>
          </a:prstGeom>
          <a:noFill/>
          <a:ln w="76200" cap="rnd" cmpd="sng" algn="ctr">
            <a:gradFill flip="none" rotWithShape="1">
              <a:gsLst>
                <a:gs pos="53000">
                  <a:srgbClr val="E86024"/>
                </a:gs>
                <a:gs pos="99000">
                  <a:srgbClr val="D31467"/>
                </a:gs>
              </a:gsLst>
              <a:lin ang="18900000" scaled="1"/>
              <a:tileRect/>
            </a:gradFill>
            <a:prstDash val="solid"/>
            <a:round/>
          </a:ln>
          <a:effectLst/>
        </p:spPr>
      </p:cxnSp>
      <p:sp>
        <p:nvSpPr>
          <p:cNvPr id="7" name="Yuvarlatılmış Dikdörtgen 6">
            <a:extLst>
              <a:ext uri="{FF2B5EF4-FFF2-40B4-BE49-F238E27FC236}">
                <a16:creationId xmlns:a16="http://schemas.microsoft.com/office/drawing/2014/main" id="{5152A549-95A5-AF5C-CD24-DF369A4BA95F}"/>
              </a:ext>
            </a:extLst>
          </p:cNvPr>
          <p:cNvSpPr/>
          <p:nvPr/>
        </p:nvSpPr>
        <p:spPr>
          <a:xfrm>
            <a:off x="4488798" y="1474371"/>
            <a:ext cx="6460251" cy="683792"/>
          </a:xfrm>
          <a:prstGeom prst="roundRect">
            <a:avLst>
              <a:gd name="adj" fmla="val 14455"/>
            </a:avLst>
          </a:prstGeom>
          <a:solidFill>
            <a:srgbClr val="FFFFFF"/>
          </a:solidFill>
          <a:ln w="12700" cap="flat" cmpd="sng" algn="ctr">
            <a:solidFill>
              <a:srgbClr val="FFFFFF">
                <a:lumMod val="95000"/>
              </a:srgbClr>
            </a:solidFill>
            <a:prstDash val="solid"/>
            <a:miter lim="800000"/>
          </a:ln>
          <a:effectLst>
            <a:outerShdw blurRad="185246" dist="22914" dir="540000" sx="97750" sy="97750" algn="ctr" rotWithShape="0">
              <a:srgbClr val="FFFFFF">
                <a:lumMod val="75000"/>
                <a:alpha val="43000"/>
              </a:srgbClr>
            </a:outerShdw>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endParaRPr kumimoji="0" lang="tr-TR" sz="1600" b="0" i="0" u="none" strike="noStrike" kern="0" cap="none" spc="0" normalizeH="0" baseline="0" noProof="0" dirty="0">
              <a:ln>
                <a:noFill/>
              </a:ln>
              <a:solidFill>
                <a:srgbClr val="FFFFFF"/>
              </a:solidFill>
              <a:effectLst/>
              <a:uLnTx/>
              <a:uFillTx/>
              <a:latin typeface="Calibri" panose="020F0502020204030204"/>
              <a:ea typeface="+mn-ea"/>
              <a:cs typeface="+mn-cs"/>
            </a:endParaRPr>
          </a:p>
        </p:txBody>
      </p:sp>
      <p:sp>
        <p:nvSpPr>
          <p:cNvPr id="8" name="Rectangle 5">
            <a:extLst>
              <a:ext uri="{FF2B5EF4-FFF2-40B4-BE49-F238E27FC236}">
                <a16:creationId xmlns:a16="http://schemas.microsoft.com/office/drawing/2014/main" id="{D3E80C72-FD98-FBC1-9F73-42075CC5A723}"/>
              </a:ext>
            </a:extLst>
          </p:cNvPr>
          <p:cNvSpPr/>
          <p:nvPr/>
        </p:nvSpPr>
        <p:spPr>
          <a:xfrm>
            <a:off x="4474805" y="1467245"/>
            <a:ext cx="206822" cy="683792"/>
          </a:xfrm>
          <a:prstGeom prst="roundRect">
            <a:avLst>
              <a:gd name="adj" fmla="val 13993"/>
            </a:avLst>
          </a:prstGeom>
          <a:solidFill>
            <a:srgbClr val="FC6619"/>
          </a:solidFill>
          <a:ln w="12700" cap="flat" cmpd="sng" algn="ctr">
            <a:noFill/>
            <a:prstDash val="solid"/>
            <a:miter lim="800000"/>
          </a:ln>
          <a:effectLst>
            <a:outerShdw blurRad="177800" dist="12700" dir="540000" sx="98000" sy="98000" algn="ctr" rotWithShape="0">
              <a:srgbClr val="FFFFFF">
                <a:lumMod val="75000"/>
                <a:alpha val="43000"/>
              </a:srgbClr>
            </a:outerShdw>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0" noProof="0" dirty="0">
              <a:ln>
                <a:noFill/>
              </a:ln>
              <a:solidFill>
                <a:srgbClr val="FFFFFF"/>
              </a:solidFill>
              <a:effectLst/>
              <a:uLnTx/>
              <a:uFillTx/>
              <a:latin typeface="Calibri" panose="020F0502020204030204" pitchFamily="34" charset="0"/>
              <a:ea typeface="+mn-ea"/>
              <a:cs typeface="+mn-cs"/>
            </a:endParaRPr>
          </a:p>
        </p:txBody>
      </p:sp>
      <p:sp>
        <p:nvSpPr>
          <p:cNvPr id="9" name="Metin kutusu 8">
            <a:extLst>
              <a:ext uri="{FF2B5EF4-FFF2-40B4-BE49-F238E27FC236}">
                <a16:creationId xmlns:a16="http://schemas.microsoft.com/office/drawing/2014/main" id="{7CBF6A39-9340-72E3-2D45-711C96127AAB}"/>
              </a:ext>
            </a:extLst>
          </p:cNvPr>
          <p:cNvSpPr txBox="1"/>
          <p:nvPr/>
        </p:nvSpPr>
        <p:spPr>
          <a:xfrm>
            <a:off x="4730807" y="1554769"/>
            <a:ext cx="6181666" cy="584775"/>
          </a:xfrm>
          <a:prstGeom prst="rect">
            <a:avLst/>
          </a:prstGeom>
          <a:noFill/>
        </p:spPr>
        <p:txBody>
          <a:bodyPr wrap="square" rtlCol="0">
            <a:spAutoFit/>
          </a:bodyPr>
          <a:lstStyle/>
          <a:p>
            <a:pPr defTabSz="457200"/>
            <a:r>
              <a:rPr lang="tr-TR" sz="1600" dirty="0">
                <a:solidFill>
                  <a:srgbClr val="000000">
                    <a:lumMod val="75000"/>
                    <a:lumOff val="25000"/>
                  </a:srgbClr>
                </a:solidFill>
                <a:latin typeface="Calibri" panose="020F0502020204030204"/>
              </a:rPr>
              <a:t>Hangi operasyonel ve çevresel veriler takip edilmeli, kritik durum öncesi riskler ve normal-anormal durum nasıl ayrıştırılmalıdır?</a:t>
            </a:r>
          </a:p>
        </p:txBody>
      </p:sp>
      <p:sp>
        <p:nvSpPr>
          <p:cNvPr id="26" name="Yuvarlatılmış Dikdörtgen 25">
            <a:extLst>
              <a:ext uri="{FF2B5EF4-FFF2-40B4-BE49-F238E27FC236}">
                <a16:creationId xmlns:a16="http://schemas.microsoft.com/office/drawing/2014/main" id="{99BFE6AC-CE3D-8F95-7359-A1270AAA744B}"/>
              </a:ext>
            </a:extLst>
          </p:cNvPr>
          <p:cNvSpPr/>
          <p:nvPr/>
        </p:nvSpPr>
        <p:spPr>
          <a:xfrm>
            <a:off x="4502791" y="2388539"/>
            <a:ext cx="6460251" cy="683792"/>
          </a:xfrm>
          <a:prstGeom prst="roundRect">
            <a:avLst>
              <a:gd name="adj" fmla="val 14455"/>
            </a:avLst>
          </a:prstGeom>
          <a:solidFill>
            <a:srgbClr val="FFFFFF"/>
          </a:solidFill>
          <a:ln w="12700" cap="flat" cmpd="sng" algn="ctr">
            <a:solidFill>
              <a:srgbClr val="FFFFFF">
                <a:lumMod val="95000"/>
              </a:srgbClr>
            </a:solidFill>
            <a:prstDash val="solid"/>
            <a:miter lim="800000"/>
          </a:ln>
          <a:effectLst>
            <a:outerShdw blurRad="185246" dist="22914" dir="540000" sx="97750" sy="97750" algn="ctr" rotWithShape="0">
              <a:srgbClr val="FFFFFF">
                <a:lumMod val="75000"/>
                <a:alpha val="43000"/>
              </a:srgbClr>
            </a:outerShdw>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endParaRPr kumimoji="0" lang="tr-TR" sz="1600" b="0" i="0" u="none" strike="noStrike" kern="0" cap="none" spc="0" normalizeH="0" baseline="0" noProof="0" dirty="0">
              <a:ln>
                <a:noFill/>
              </a:ln>
              <a:solidFill>
                <a:srgbClr val="FFFFFF"/>
              </a:solidFill>
              <a:effectLst/>
              <a:uLnTx/>
              <a:uFillTx/>
              <a:latin typeface="Calibri" panose="020F0502020204030204"/>
              <a:ea typeface="+mn-ea"/>
              <a:cs typeface="+mn-cs"/>
            </a:endParaRPr>
          </a:p>
        </p:txBody>
      </p:sp>
      <p:sp>
        <p:nvSpPr>
          <p:cNvPr id="28" name="Rectangle 5">
            <a:extLst>
              <a:ext uri="{FF2B5EF4-FFF2-40B4-BE49-F238E27FC236}">
                <a16:creationId xmlns:a16="http://schemas.microsoft.com/office/drawing/2014/main" id="{3D7F7B03-C3DE-A229-6269-1E40BECE5817}"/>
              </a:ext>
            </a:extLst>
          </p:cNvPr>
          <p:cNvSpPr/>
          <p:nvPr/>
        </p:nvSpPr>
        <p:spPr>
          <a:xfrm>
            <a:off x="4488798" y="2381413"/>
            <a:ext cx="206822" cy="683792"/>
          </a:xfrm>
          <a:prstGeom prst="roundRect">
            <a:avLst>
              <a:gd name="adj" fmla="val 13993"/>
            </a:avLst>
          </a:prstGeom>
          <a:solidFill>
            <a:srgbClr val="FC6619"/>
          </a:solidFill>
          <a:ln w="12700" cap="flat" cmpd="sng" algn="ctr">
            <a:noFill/>
            <a:prstDash val="solid"/>
            <a:miter lim="800000"/>
          </a:ln>
          <a:effectLst>
            <a:outerShdw blurRad="177800" dist="12700" dir="540000" sx="98000" sy="98000" algn="ctr" rotWithShape="0">
              <a:srgbClr val="FFFFFF">
                <a:lumMod val="75000"/>
                <a:alpha val="43000"/>
              </a:srgbClr>
            </a:outerShdw>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0" noProof="0" dirty="0">
              <a:ln>
                <a:noFill/>
              </a:ln>
              <a:solidFill>
                <a:srgbClr val="FFFFFF"/>
              </a:solidFill>
              <a:effectLst/>
              <a:uLnTx/>
              <a:uFillTx/>
              <a:latin typeface="Calibri" panose="020F0502020204030204" pitchFamily="34" charset="0"/>
              <a:ea typeface="+mn-ea"/>
              <a:cs typeface="+mn-cs"/>
            </a:endParaRPr>
          </a:p>
        </p:txBody>
      </p:sp>
      <p:sp>
        <p:nvSpPr>
          <p:cNvPr id="29" name="Metin kutusu 28">
            <a:extLst>
              <a:ext uri="{FF2B5EF4-FFF2-40B4-BE49-F238E27FC236}">
                <a16:creationId xmlns:a16="http://schemas.microsoft.com/office/drawing/2014/main" id="{B8F7D23A-14C0-D4CF-E00A-F58C9BF39F93}"/>
              </a:ext>
            </a:extLst>
          </p:cNvPr>
          <p:cNvSpPr txBox="1"/>
          <p:nvPr/>
        </p:nvSpPr>
        <p:spPr>
          <a:xfrm>
            <a:off x="4709613" y="2441075"/>
            <a:ext cx="6181667" cy="584775"/>
          </a:xfrm>
          <a:prstGeom prst="rect">
            <a:avLst/>
          </a:prstGeom>
          <a:noFill/>
        </p:spPr>
        <p:txBody>
          <a:bodyPr wrap="square" rtlCol="0">
            <a:spAutoFit/>
          </a:bodyPr>
          <a:lstStyle/>
          <a:p>
            <a:pPr defTabSz="457200"/>
            <a:r>
              <a:rPr lang="tr-TR" sz="1600" dirty="0">
                <a:solidFill>
                  <a:srgbClr val="000000">
                    <a:lumMod val="75000"/>
                    <a:lumOff val="25000"/>
                  </a:srgbClr>
                </a:solidFill>
                <a:latin typeface="Calibri" panose="020F0502020204030204"/>
              </a:rPr>
              <a:t>Saha verileri merkezi sisteme nasıl aktarılacak, anlık durum nasıl izlenecektir?</a:t>
            </a:r>
          </a:p>
        </p:txBody>
      </p:sp>
      <p:sp>
        <p:nvSpPr>
          <p:cNvPr id="40" name="Yuvarlatılmış Dikdörtgen 39">
            <a:extLst>
              <a:ext uri="{FF2B5EF4-FFF2-40B4-BE49-F238E27FC236}">
                <a16:creationId xmlns:a16="http://schemas.microsoft.com/office/drawing/2014/main" id="{6B8259AB-60C9-809D-DCC1-52325CFB1495}"/>
              </a:ext>
            </a:extLst>
          </p:cNvPr>
          <p:cNvSpPr/>
          <p:nvPr/>
        </p:nvSpPr>
        <p:spPr>
          <a:xfrm>
            <a:off x="4502791" y="3214423"/>
            <a:ext cx="6460251" cy="683792"/>
          </a:xfrm>
          <a:prstGeom prst="roundRect">
            <a:avLst>
              <a:gd name="adj" fmla="val 14455"/>
            </a:avLst>
          </a:prstGeom>
          <a:solidFill>
            <a:srgbClr val="FFFFFF"/>
          </a:solidFill>
          <a:ln w="12700" cap="flat" cmpd="sng" algn="ctr">
            <a:solidFill>
              <a:srgbClr val="FFFFFF">
                <a:lumMod val="95000"/>
              </a:srgbClr>
            </a:solidFill>
            <a:prstDash val="solid"/>
            <a:miter lim="800000"/>
          </a:ln>
          <a:effectLst>
            <a:outerShdw blurRad="185246" dist="22914" dir="540000" sx="97750" sy="97750" algn="ctr" rotWithShape="0">
              <a:srgbClr val="FFFFFF">
                <a:lumMod val="75000"/>
                <a:alpha val="43000"/>
              </a:srgbClr>
            </a:outerShdw>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endParaRPr kumimoji="0" lang="tr-TR" sz="1600" b="0" i="0" u="none" strike="noStrike" kern="0" cap="none" spc="0" normalizeH="0" baseline="0" noProof="0" dirty="0">
              <a:ln>
                <a:noFill/>
              </a:ln>
              <a:solidFill>
                <a:srgbClr val="FFFFFF"/>
              </a:solidFill>
              <a:effectLst/>
              <a:uLnTx/>
              <a:uFillTx/>
              <a:latin typeface="Calibri" panose="020F0502020204030204"/>
              <a:ea typeface="+mn-ea"/>
              <a:cs typeface="+mn-cs"/>
            </a:endParaRPr>
          </a:p>
        </p:txBody>
      </p:sp>
      <p:sp>
        <p:nvSpPr>
          <p:cNvPr id="41" name="Rectangle 5">
            <a:extLst>
              <a:ext uri="{FF2B5EF4-FFF2-40B4-BE49-F238E27FC236}">
                <a16:creationId xmlns:a16="http://schemas.microsoft.com/office/drawing/2014/main" id="{7203BFB4-70F6-A58E-F51C-D20FA8AE7A8C}"/>
              </a:ext>
            </a:extLst>
          </p:cNvPr>
          <p:cNvSpPr/>
          <p:nvPr/>
        </p:nvSpPr>
        <p:spPr>
          <a:xfrm>
            <a:off x="4488798" y="3207297"/>
            <a:ext cx="206822" cy="683792"/>
          </a:xfrm>
          <a:prstGeom prst="roundRect">
            <a:avLst>
              <a:gd name="adj" fmla="val 13993"/>
            </a:avLst>
          </a:prstGeom>
          <a:solidFill>
            <a:srgbClr val="FC6619"/>
          </a:solidFill>
          <a:ln w="12700" cap="flat" cmpd="sng" algn="ctr">
            <a:noFill/>
            <a:prstDash val="solid"/>
            <a:miter lim="800000"/>
          </a:ln>
          <a:effectLst>
            <a:outerShdw blurRad="177800" dist="12700" dir="540000" sx="98000" sy="98000" algn="ctr" rotWithShape="0">
              <a:srgbClr val="FFFFFF">
                <a:lumMod val="75000"/>
                <a:alpha val="43000"/>
              </a:srgbClr>
            </a:outerShdw>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0" noProof="0" dirty="0">
              <a:ln>
                <a:noFill/>
              </a:ln>
              <a:solidFill>
                <a:srgbClr val="FFFFFF"/>
              </a:solidFill>
              <a:effectLst/>
              <a:uLnTx/>
              <a:uFillTx/>
              <a:latin typeface="Calibri" panose="020F0502020204030204" pitchFamily="34" charset="0"/>
              <a:ea typeface="+mn-ea"/>
              <a:cs typeface="+mn-cs"/>
            </a:endParaRPr>
          </a:p>
        </p:txBody>
      </p:sp>
      <p:sp>
        <p:nvSpPr>
          <p:cNvPr id="42" name="Metin kutusu 41">
            <a:extLst>
              <a:ext uri="{FF2B5EF4-FFF2-40B4-BE49-F238E27FC236}">
                <a16:creationId xmlns:a16="http://schemas.microsoft.com/office/drawing/2014/main" id="{4048F5B5-272F-82CC-69CB-278FD2FB82AF}"/>
              </a:ext>
            </a:extLst>
          </p:cNvPr>
          <p:cNvSpPr txBox="1"/>
          <p:nvPr/>
        </p:nvSpPr>
        <p:spPr>
          <a:xfrm>
            <a:off x="4744800" y="3324120"/>
            <a:ext cx="6279292" cy="584775"/>
          </a:xfrm>
          <a:prstGeom prst="rect">
            <a:avLst/>
          </a:prstGeom>
          <a:noFill/>
        </p:spPr>
        <p:txBody>
          <a:bodyPr wrap="square" rtlCol="0">
            <a:spAutoFit/>
          </a:bodyPr>
          <a:lstStyle/>
          <a:p>
            <a:pPr defTabSz="457200"/>
            <a:r>
              <a:rPr lang="tr-TR" sz="1600" dirty="0">
                <a:solidFill>
                  <a:srgbClr val="000000">
                    <a:lumMod val="75000"/>
                    <a:lumOff val="25000"/>
                  </a:srgbClr>
                </a:solidFill>
                <a:latin typeface="Calibri" panose="020F0502020204030204"/>
              </a:rPr>
              <a:t>Kritik durumda otomatik aksiyon ve bildirimler nasıl tetiklenecek, çözüm sahada nasıl uygulanacaktır?</a:t>
            </a:r>
          </a:p>
        </p:txBody>
      </p:sp>
      <p:sp>
        <p:nvSpPr>
          <p:cNvPr id="52" name="Yuvarlatılmış Dikdörtgen 51">
            <a:extLst>
              <a:ext uri="{FF2B5EF4-FFF2-40B4-BE49-F238E27FC236}">
                <a16:creationId xmlns:a16="http://schemas.microsoft.com/office/drawing/2014/main" id="{8E32A2D3-FA49-27FD-BAEE-BB2F31E90370}"/>
              </a:ext>
            </a:extLst>
          </p:cNvPr>
          <p:cNvSpPr/>
          <p:nvPr/>
        </p:nvSpPr>
        <p:spPr>
          <a:xfrm>
            <a:off x="4502791" y="4033821"/>
            <a:ext cx="6460251" cy="683792"/>
          </a:xfrm>
          <a:prstGeom prst="roundRect">
            <a:avLst>
              <a:gd name="adj" fmla="val 14455"/>
            </a:avLst>
          </a:prstGeom>
          <a:solidFill>
            <a:srgbClr val="FFFFFF"/>
          </a:solidFill>
          <a:ln w="12700" cap="flat" cmpd="sng" algn="ctr">
            <a:solidFill>
              <a:srgbClr val="FFFFFF">
                <a:lumMod val="95000"/>
              </a:srgbClr>
            </a:solidFill>
            <a:prstDash val="solid"/>
            <a:miter lim="800000"/>
          </a:ln>
          <a:effectLst>
            <a:outerShdw blurRad="185246" dist="22914" dir="540000" sx="97750" sy="97750" algn="ctr" rotWithShape="0">
              <a:srgbClr val="FFFFFF">
                <a:lumMod val="75000"/>
                <a:alpha val="43000"/>
              </a:srgbClr>
            </a:outerShdw>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endParaRPr kumimoji="0" lang="tr-TR" sz="1600" b="0" i="0" u="none" strike="noStrike" kern="0" cap="none" spc="0" normalizeH="0" baseline="0" noProof="0" dirty="0">
              <a:ln>
                <a:noFill/>
              </a:ln>
              <a:solidFill>
                <a:srgbClr val="FFFFFF"/>
              </a:solidFill>
              <a:effectLst/>
              <a:uLnTx/>
              <a:uFillTx/>
              <a:latin typeface="Calibri" panose="020F0502020204030204"/>
              <a:ea typeface="+mn-ea"/>
              <a:cs typeface="+mn-cs"/>
            </a:endParaRPr>
          </a:p>
        </p:txBody>
      </p:sp>
      <p:sp>
        <p:nvSpPr>
          <p:cNvPr id="53" name="Rectangle 5">
            <a:extLst>
              <a:ext uri="{FF2B5EF4-FFF2-40B4-BE49-F238E27FC236}">
                <a16:creationId xmlns:a16="http://schemas.microsoft.com/office/drawing/2014/main" id="{CB985A0B-FE12-5F8B-4AE3-132B66316D8E}"/>
              </a:ext>
            </a:extLst>
          </p:cNvPr>
          <p:cNvSpPr/>
          <p:nvPr/>
        </p:nvSpPr>
        <p:spPr>
          <a:xfrm>
            <a:off x="4488798" y="4026695"/>
            <a:ext cx="206822" cy="683792"/>
          </a:xfrm>
          <a:prstGeom prst="roundRect">
            <a:avLst>
              <a:gd name="adj" fmla="val 13993"/>
            </a:avLst>
          </a:prstGeom>
          <a:solidFill>
            <a:srgbClr val="FC6619"/>
          </a:solidFill>
          <a:ln w="12700" cap="flat" cmpd="sng" algn="ctr">
            <a:noFill/>
            <a:prstDash val="solid"/>
            <a:miter lim="800000"/>
          </a:ln>
          <a:effectLst>
            <a:outerShdw blurRad="177800" dist="12700" dir="540000" sx="98000" sy="98000" algn="ctr" rotWithShape="0">
              <a:srgbClr val="FFFFFF">
                <a:lumMod val="75000"/>
                <a:alpha val="43000"/>
              </a:srgbClr>
            </a:outerShdw>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0" noProof="0" dirty="0">
              <a:ln>
                <a:noFill/>
              </a:ln>
              <a:solidFill>
                <a:srgbClr val="FFFFFF"/>
              </a:solidFill>
              <a:effectLst/>
              <a:uLnTx/>
              <a:uFillTx/>
              <a:latin typeface="Calibri" panose="020F0502020204030204" pitchFamily="34" charset="0"/>
              <a:ea typeface="+mn-ea"/>
              <a:cs typeface="+mn-cs"/>
            </a:endParaRPr>
          </a:p>
        </p:txBody>
      </p:sp>
      <p:sp>
        <p:nvSpPr>
          <p:cNvPr id="54" name="Metin kutusu 53">
            <a:extLst>
              <a:ext uri="{FF2B5EF4-FFF2-40B4-BE49-F238E27FC236}">
                <a16:creationId xmlns:a16="http://schemas.microsoft.com/office/drawing/2014/main" id="{C23111E7-5519-8C0A-1F74-F55A058C44DC}"/>
              </a:ext>
            </a:extLst>
          </p:cNvPr>
          <p:cNvSpPr txBox="1"/>
          <p:nvPr/>
        </p:nvSpPr>
        <p:spPr>
          <a:xfrm>
            <a:off x="4744800" y="4206376"/>
            <a:ext cx="6181666" cy="338554"/>
          </a:xfrm>
          <a:prstGeom prst="rect">
            <a:avLst/>
          </a:prstGeom>
          <a:noFill/>
        </p:spPr>
        <p:txBody>
          <a:bodyPr wrap="square" rtlCol="0">
            <a:spAutoFit/>
          </a:bodyPr>
          <a:lstStyle/>
          <a:p>
            <a:pPr defTabSz="457200"/>
            <a:r>
              <a:rPr lang="tr-TR" sz="1600" dirty="0">
                <a:solidFill>
                  <a:srgbClr val="000000">
                    <a:lumMod val="75000"/>
                    <a:lumOff val="25000"/>
                  </a:srgbClr>
                </a:solidFill>
                <a:latin typeface="Calibri" panose="020F0502020204030204"/>
              </a:rPr>
              <a:t>Çözüm, farklı sahalarda ölçeklenebilir, maliyetçe sürdürülebilir olmalıdır.  </a:t>
            </a:r>
          </a:p>
        </p:txBody>
      </p:sp>
    </p:spTree>
    <p:extLst>
      <p:ext uri="{BB962C8B-B14F-4D97-AF65-F5344CB8AC3E}">
        <p14:creationId xmlns:p14="http://schemas.microsoft.com/office/powerpoint/2010/main" val="1034820680"/>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with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fade">
                                      <p:cBhvr>
                                        <p:cTn id="7" dur="1000"/>
                                        <p:tgtEl>
                                          <p:spTgt spid="15"/>
                                        </p:tgtEl>
                                      </p:cBhvr>
                                    </p:animEffect>
                                    <p:anim calcmode="lin" valueType="num">
                                      <p:cBhvr>
                                        <p:cTn id="8" dur="1000" fill="hold"/>
                                        <p:tgtEl>
                                          <p:spTgt spid="15"/>
                                        </p:tgtEl>
                                        <p:attrNameLst>
                                          <p:attrName>ppt_x</p:attrName>
                                        </p:attrNameLst>
                                      </p:cBhvr>
                                      <p:tavLst>
                                        <p:tav tm="0">
                                          <p:val>
                                            <p:strVal val="#ppt_x"/>
                                          </p:val>
                                        </p:tav>
                                        <p:tav tm="100000">
                                          <p:val>
                                            <p:strVal val="#ppt_x"/>
                                          </p:val>
                                        </p:tav>
                                      </p:tavLst>
                                    </p:anim>
                                    <p:anim calcmode="lin" valueType="num">
                                      <p:cBhvr>
                                        <p:cTn id="9" dur="1000" fill="hold"/>
                                        <p:tgtEl>
                                          <p:spTgt spid="15"/>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14"/>
                                        </p:tgtEl>
                                        <p:attrNameLst>
                                          <p:attrName>style.visibility</p:attrName>
                                        </p:attrNameLst>
                                      </p:cBhvr>
                                      <p:to>
                                        <p:strVal val="visible"/>
                                      </p:to>
                                    </p:set>
                                    <p:animEffect transition="in" filter="fade">
                                      <p:cBhvr>
                                        <p:cTn id="12" dur="1000"/>
                                        <p:tgtEl>
                                          <p:spTgt spid="14"/>
                                        </p:tgtEl>
                                      </p:cBhvr>
                                    </p:animEffect>
                                    <p:anim calcmode="lin" valueType="num">
                                      <p:cBhvr>
                                        <p:cTn id="13" dur="1000" fill="hold"/>
                                        <p:tgtEl>
                                          <p:spTgt spid="14"/>
                                        </p:tgtEl>
                                        <p:attrNameLst>
                                          <p:attrName>ppt_x</p:attrName>
                                        </p:attrNameLst>
                                      </p:cBhvr>
                                      <p:tavLst>
                                        <p:tav tm="0">
                                          <p:val>
                                            <p:strVal val="#ppt_x"/>
                                          </p:val>
                                        </p:tav>
                                        <p:tav tm="100000">
                                          <p:val>
                                            <p:strVal val="#ppt_x"/>
                                          </p:val>
                                        </p:tav>
                                      </p:tavLst>
                                    </p:anim>
                                    <p:anim calcmode="lin" valueType="num">
                                      <p:cBhvr>
                                        <p:cTn id="14" dur="1000" fill="hold"/>
                                        <p:tgtEl>
                                          <p:spTgt spid="14"/>
                                        </p:tgtEl>
                                        <p:attrNameLst>
                                          <p:attrName>ppt_y</p:attrName>
                                        </p:attrNameLst>
                                      </p:cBhvr>
                                      <p:tavLst>
                                        <p:tav tm="0">
                                          <p:val>
                                            <p:strVal val="#ppt_y+.1"/>
                                          </p:val>
                                        </p:tav>
                                        <p:tav tm="100000">
                                          <p:val>
                                            <p:strVal val="#ppt_y"/>
                                          </p:val>
                                        </p:tav>
                                      </p:tavLst>
                                    </p:anim>
                                  </p:childTnLst>
                                </p:cTn>
                              </p:par>
                              <p:par>
                                <p:cTn id="15" presetID="42" presetClass="entr" presetSubtype="0" fill="hold" nodeType="withEffect">
                                  <p:stCondLst>
                                    <p:cond delay="0"/>
                                  </p:stCondLst>
                                  <p:childTnLst>
                                    <p:set>
                                      <p:cBhvr>
                                        <p:cTn id="16" dur="1" fill="hold">
                                          <p:stCondLst>
                                            <p:cond delay="0"/>
                                          </p:stCondLst>
                                        </p:cTn>
                                        <p:tgtEl>
                                          <p:spTgt spid="16"/>
                                        </p:tgtEl>
                                        <p:attrNameLst>
                                          <p:attrName>style.visibility</p:attrName>
                                        </p:attrNameLst>
                                      </p:cBhvr>
                                      <p:to>
                                        <p:strVal val="visible"/>
                                      </p:to>
                                    </p:set>
                                    <p:animEffect transition="in" filter="fade">
                                      <p:cBhvr>
                                        <p:cTn id="17" dur="1000"/>
                                        <p:tgtEl>
                                          <p:spTgt spid="16"/>
                                        </p:tgtEl>
                                      </p:cBhvr>
                                    </p:animEffect>
                                    <p:anim calcmode="lin" valueType="num">
                                      <p:cBhvr>
                                        <p:cTn id="18" dur="1000" fill="hold"/>
                                        <p:tgtEl>
                                          <p:spTgt spid="16"/>
                                        </p:tgtEl>
                                        <p:attrNameLst>
                                          <p:attrName>ppt_x</p:attrName>
                                        </p:attrNameLst>
                                      </p:cBhvr>
                                      <p:tavLst>
                                        <p:tav tm="0">
                                          <p:val>
                                            <p:strVal val="#ppt_x"/>
                                          </p:val>
                                        </p:tav>
                                        <p:tav tm="100000">
                                          <p:val>
                                            <p:strVal val="#ppt_x"/>
                                          </p:val>
                                        </p:tav>
                                      </p:tavLst>
                                    </p:anim>
                                    <p:anim calcmode="lin" valueType="num">
                                      <p:cBhvr>
                                        <p:cTn id="19" dur="1000" fill="hold"/>
                                        <p:tgtEl>
                                          <p:spTgt spid="1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502E44-D66D-CDEB-9EED-CD4A81452581}"/>
            </a:ext>
          </a:extLst>
        </p:cNvPr>
        <p:cNvGrpSpPr/>
        <p:nvPr/>
      </p:nvGrpSpPr>
      <p:grpSpPr>
        <a:xfrm>
          <a:off x="0" y="0"/>
          <a:ext cx="0" cy="0"/>
          <a:chOff x="0" y="0"/>
          <a:chExt cx="0" cy="0"/>
        </a:xfrm>
      </p:grpSpPr>
      <p:sp>
        <p:nvSpPr>
          <p:cNvPr id="34" name="Title 1">
            <a:extLst>
              <a:ext uri="{FF2B5EF4-FFF2-40B4-BE49-F238E27FC236}">
                <a16:creationId xmlns:a16="http://schemas.microsoft.com/office/drawing/2014/main" id="{440E4E9F-ACA8-C00C-1826-616C70505085}"/>
              </a:ext>
            </a:extLst>
          </p:cNvPr>
          <p:cNvSpPr txBox="1">
            <a:spLocks/>
          </p:cNvSpPr>
          <p:nvPr/>
        </p:nvSpPr>
        <p:spPr>
          <a:xfrm>
            <a:off x="602194" y="479002"/>
            <a:ext cx="5145463" cy="517001"/>
          </a:xfrm>
          <a:prstGeom prst="rect">
            <a:avLst/>
          </a:prstGeom>
        </p:spPr>
        <p:txBody>
          <a:bodyPr wrap="square" lIns="0" tIns="0" rIns="0" bIns="0">
            <a:spAutoFit/>
          </a:bodyPr>
          <a:lstStyle>
            <a:defPPr>
              <a:defRPr lang="en-US"/>
            </a:defPPr>
            <a:lvl1pPr defTabSz="1828800">
              <a:lnSpc>
                <a:spcPct val="90000"/>
              </a:lnSpc>
              <a:spcBef>
                <a:spcPct val="0"/>
              </a:spcBef>
              <a:buNone/>
              <a:defRPr sz="3200" b="1" cap="none" spc="-38" baseline="0">
                <a:latin typeface="Gilroy-RegularItalic" pitchFamily="2" charset="0"/>
                <a:ea typeface="Open Sans" panose="020B0606030504020204" pitchFamily="34" charset="0"/>
                <a:cs typeface="Open Sans" panose="020B0606030504020204" pitchFamily="34" charset="0"/>
              </a:defRPr>
            </a:lvl1pPr>
          </a:lstStyle>
          <a:p>
            <a:pPr defTabSz="2438339"/>
            <a:r>
              <a:rPr lang="tr-TR" sz="3733" spc="-51" dirty="0">
                <a:solidFill>
                  <a:srgbClr val="003CA6"/>
                </a:solidFill>
                <a:latin typeface="Calibri" panose="020F0502020204030204" pitchFamily="34" charset="0"/>
                <a:ea typeface="Calibri" panose="020F0502020204030204" pitchFamily="34" charset="0"/>
                <a:cs typeface="Calibri" panose="020F0502020204030204" pitchFamily="34" charset="0"/>
              </a:rPr>
              <a:t>Teknik Çıktılar</a:t>
            </a:r>
          </a:p>
        </p:txBody>
      </p:sp>
      <p:sp>
        <p:nvSpPr>
          <p:cNvPr id="4" name="Dikdörtgen 3">
            <a:extLst>
              <a:ext uri="{FF2B5EF4-FFF2-40B4-BE49-F238E27FC236}">
                <a16:creationId xmlns:a16="http://schemas.microsoft.com/office/drawing/2014/main" id="{59738693-33F2-2B72-999A-0FF58C2304F0}"/>
              </a:ext>
            </a:extLst>
          </p:cNvPr>
          <p:cNvSpPr/>
          <p:nvPr/>
        </p:nvSpPr>
        <p:spPr>
          <a:xfrm>
            <a:off x="504062" y="1382583"/>
            <a:ext cx="5591938" cy="338554"/>
          </a:xfrm>
          <a:prstGeom prst="rect">
            <a:avLst/>
          </a:prstGeom>
        </p:spPr>
        <p:txBody>
          <a:bodyPr wrap="square">
            <a:spAutoFit/>
          </a:bodyPr>
          <a:lstStyle/>
          <a:p>
            <a:pPr defTabSz="1219170">
              <a:defRPr/>
            </a:pPr>
            <a:r>
              <a:rPr lang="tr-TR" sz="1600" dirty="0">
                <a:solidFill>
                  <a:srgbClr val="000000"/>
                </a:solidFill>
              </a:rPr>
              <a:t>Donanım ve yazılımı birlikte içeren bir prototip beklenmektedir</a:t>
            </a:r>
          </a:p>
        </p:txBody>
      </p:sp>
      <p:pic>
        <p:nvPicPr>
          <p:cNvPr id="5" name="Resim 4" descr="yazı tipi, grafik, grafik tasarım, metin içeren bir resim&#10;&#10;Yapay zeka tarafından oluşturulmuş içerik yanlış olabilir.">
            <a:extLst>
              <a:ext uri="{FF2B5EF4-FFF2-40B4-BE49-F238E27FC236}">
                <a16:creationId xmlns:a16="http://schemas.microsoft.com/office/drawing/2014/main" id="{C0FA15EE-08C8-8571-80D9-D80239824E5C}"/>
              </a:ext>
            </a:extLst>
          </p:cNvPr>
          <p:cNvPicPr>
            <a:picLocks noChangeAspect="1"/>
          </p:cNvPicPr>
          <p:nvPr/>
        </p:nvPicPr>
        <p:blipFill>
          <a:blip r:embed="rId2"/>
          <a:stretch>
            <a:fillRect/>
          </a:stretch>
        </p:blipFill>
        <p:spPr>
          <a:xfrm>
            <a:off x="10048240" y="427446"/>
            <a:ext cx="1649518" cy="568557"/>
          </a:xfrm>
          <a:prstGeom prst="rect">
            <a:avLst/>
          </a:prstGeom>
        </p:spPr>
      </p:pic>
      <p:pic>
        <p:nvPicPr>
          <p:cNvPr id="12" name="Resim 11" descr="metin, yazı tipi, grafik, poster içeren bir resim&#10;&#10;Yapay zeka tarafından oluşturulmuş içerik yanlış olabilir.">
            <a:extLst>
              <a:ext uri="{FF2B5EF4-FFF2-40B4-BE49-F238E27FC236}">
                <a16:creationId xmlns:a16="http://schemas.microsoft.com/office/drawing/2014/main" id="{0BD6BC1D-A99F-1C14-2EC1-080292164ED3}"/>
              </a:ext>
            </a:extLst>
          </p:cNvPr>
          <p:cNvPicPr>
            <a:picLocks noChangeAspect="1"/>
          </p:cNvPicPr>
          <p:nvPr/>
        </p:nvPicPr>
        <p:blipFill>
          <a:blip r:embed="rId3"/>
          <a:stretch>
            <a:fillRect/>
          </a:stretch>
        </p:blipFill>
        <p:spPr>
          <a:xfrm>
            <a:off x="598430" y="5487444"/>
            <a:ext cx="832805" cy="943110"/>
          </a:xfrm>
          <a:prstGeom prst="rect">
            <a:avLst/>
          </a:prstGeom>
        </p:spPr>
      </p:pic>
      <p:pic>
        <p:nvPicPr>
          <p:cNvPr id="14" name="Resim 13" descr="portakal, turuncu, tasarım, yaratıcılık içeren bir resim&#10;&#10;Yapay zeka tarafından oluşturulmuş içerik yanlış olabilir.">
            <a:extLst>
              <a:ext uri="{FF2B5EF4-FFF2-40B4-BE49-F238E27FC236}">
                <a16:creationId xmlns:a16="http://schemas.microsoft.com/office/drawing/2014/main" id="{3BE8E855-193F-1A31-6D65-3F2F6B3284DC}"/>
              </a:ext>
            </a:extLst>
          </p:cNvPr>
          <p:cNvPicPr>
            <a:picLocks noChangeAspect="1"/>
          </p:cNvPicPr>
          <p:nvPr/>
        </p:nvPicPr>
        <p:blipFill>
          <a:blip r:embed="rId4"/>
          <a:srcRect b="52813"/>
          <a:stretch>
            <a:fillRect/>
          </a:stretch>
        </p:blipFill>
        <p:spPr>
          <a:xfrm>
            <a:off x="10212945" y="4983075"/>
            <a:ext cx="2040280" cy="1975865"/>
          </a:xfrm>
          <a:prstGeom prst="rect">
            <a:avLst/>
          </a:prstGeom>
        </p:spPr>
      </p:pic>
      <p:pic>
        <p:nvPicPr>
          <p:cNvPr id="15" name="Resim 14" descr="yeşil, tasarım içeren bir resim&#10;&#10;Yapay zeka tarafından oluşturulmuş içerik yanlış olabilir.">
            <a:extLst>
              <a:ext uri="{FF2B5EF4-FFF2-40B4-BE49-F238E27FC236}">
                <a16:creationId xmlns:a16="http://schemas.microsoft.com/office/drawing/2014/main" id="{F1E7805E-F4D6-DC97-99D5-CEFAC4631211}"/>
              </a:ext>
            </a:extLst>
          </p:cNvPr>
          <p:cNvPicPr>
            <a:picLocks noChangeAspect="1"/>
          </p:cNvPicPr>
          <p:nvPr/>
        </p:nvPicPr>
        <p:blipFill>
          <a:blip r:embed="rId5"/>
          <a:srcRect b="20626"/>
          <a:stretch>
            <a:fillRect/>
          </a:stretch>
        </p:blipFill>
        <p:spPr>
          <a:xfrm>
            <a:off x="11513820" y="5297122"/>
            <a:ext cx="1020296" cy="1661818"/>
          </a:xfrm>
          <a:prstGeom prst="rect">
            <a:avLst/>
          </a:prstGeom>
        </p:spPr>
      </p:pic>
      <p:pic>
        <p:nvPicPr>
          <p:cNvPr id="16" name="Resim 15" descr="meneviş mavisi, ekran görüntüsü, mavi, tasarım içeren bir resim&#10;&#10;Yapay zeka tarafından oluşturulmuş içerik yanlış olabilir.">
            <a:extLst>
              <a:ext uri="{FF2B5EF4-FFF2-40B4-BE49-F238E27FC236}">
                <a16:creationId xmlns:a16="http://schemas.microsoft.com/office/drawing/2014/main" id="{EB80753D-B69C-FBC0-A07F-BAEFE992FE26}"/>
              </a:ext>
            </a:extLst>
          </p:cNvPr>
          <p:cNvPicPr>
            <a:picLocks noChangeAspect="1"/>
          </p:cNvPicPr>
          <p:nvPr/>
        </p:nvPicPr>
        <p:blipFill>
          <a:blip r:embed="rId6"/>
          <a:srcRect b="53491"/>
          <a:stretch>
            <a:fillRect/>
          </a:stretch>
        </p:blipFill>
        <p:spPr>
          <a:xfrm>
            <a:off x="10396101" y="6145235"/>
            <a:ext cx="852455" cy="813705"/>
          </a:xfrm>
          <a:prstGeom prst="rect">
            <a:avLst/>
          </a:prstGeom>
        </p:spPr>
      </p:pic>
      <p:cxnSp>
        <p:nvCxnSpPr>
          <p:cNvPr id="13" name="Straight Connector 4">
            <a:extLst>
              <a:ext uri="{FF2B5EF4-FFF2-40B4-BE49-F238E27FC236}">
                <a16:creationId xmlns:a16="http://schemas.microsoft.com/office/drawing/2014/main" id="{BFC2211F-E774-E3D0-C5AF-E9766CA1BA81}"/>
              </a:ext>
            </a:extLst>
          </p:cNvPr>
          <p:cNvCxnSpPr>
            <a:cxnSpLocks/>
          </p:cNvCxnSpPr>
          <p:nvPr/>
        </p:nvCxnSpPr>
        <p:spPr>
          <a:xfrm>
            <a:off x="660702" y="1199600"/>
            <a:ext cx="672767" cy="0"/>
          </a:xfrm>
          <a:prstGeom prst="line">
            <a:avLst/>
          </a:prstGeom>
          <a:noFill/>
          <a:ln w="76200" cap="rnd" cmpd="sng" algn="ctr">
            <a:gradFill flip="none" rotWithShape="1">
              <a:gsLst>
                <a:gs pos="53000">
                  <a:srgbClr val="E86024"/>
                </a:gs>
                <a:gs pos="99000">
                  <a:srgbClr val="D31467"/>
                </a:gs>
              </a:gsLst>
              <a:lin ang="18900000" scaled="1"/>
              <a:tileRect/>
            </a:gradFill>
            <a:prstDash val="solid"/>
            <a:round/>
          </a:ln>
          <a:effectLst/>
        </p:spPr>
      </p:cxnSp>
      <p:sp>
        <p:nvSpPr>
          <p:cNvPr id="6" name="Yuvarlatılmış Dikdörtgen 5">
            <a:extLst>
              <a:ext uri="{FF2B5EF4-FFF2-40B4-BE49-F238E27FC236}">
                <a16:creationId xmlns:a16="http://schemas.microsoft.com/office/drawing/2014/main" id="{8A0B3797-88E5-0662-073E-AACC744C163A}"/>
              </a:ext>
            </a:extLst>
          </p:cNvPr>
          <p:cNvSpPr/>
          <p:nvPr/>
        </p:nvSpPr>
        <p:spPr>
          <a:xfrm>
            <a:off x="598430" y="2100261"/>
            <a:ext cx="3515915" cy="2806103"/>
          </a:xfrm>
          <a:prstGeom prst="roundRect">
            <a:avLst>
              <a:gd name="adj" fmla="val 6641"/>
            </a:avLst>
          </a:prstGeom>
          <a:solidFill>
            <a:schemeClr val="bg1"/>
          </a:solidFill>
          <a:ln>
            <a:solidFill>
              <a:schemeClr val="bg1">
                <a:lumMod val="95000"/>
              </a:schemeClr>
            </a:solidFill>
          </a:ln>
          <a:effectLst>
            <a:outerShdw blurRad="185246" dist="22914" dir="540000" sx="97750" sy="97750" algn="ctr" rotWithShape="0">
              <a:schemeClr val="bg1">
                <a:lumMod val="75000"/>
                <a:alpha val="43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tr-TR" sz="1600" dirty="0"/>
          </a:p>
        </p:txBody>
      </p:sp>
      <p:sp>
        <p:nvSpPr>
          <p:cNvPr id="17" name="Rectangle 5">
            <a:extLst>
              <a:ext uri="{FF2B5EF4-FFF2-40B4-BE49-F238E27FC236}">
                <a16:creationId xmlns:a16="http://schemas.microsoft.com/office/drawing/2014/main" id="{BD6C505D-CCBD-C7DF-D02C-43A78150DD6E}"/>
              </a:ext>
            </a:extLst>
          </p:cNvPr>
          <p:cNvSpPr/>
          <p:nvPr/>
        </p:nvSpPr>
        <p:spPr>
          <a:xfrm>
            <a:off x="598430" y="2100261"/>
            <a:ext cx="3515915" cy="607400"/>
          </a:xfrm>
          <a:prstGeom prst="roundRect">
            <a:avLst>
              <a:gd name="adj" fmla="val 26879"/>
            </a:avLst>
          </a:prstGeom>
          <a:solidFill>
            <a:srgbClr val="FC6619"/>
          </a:solidFill>
          <a:ln w="12700" cap="flat" cmpd="sng" algn="ctr">
            <a:noFill/>
            <a:prstDash val="solid"/>
            <a:miter lim="800000"/>
          </a:ln>
          <a:effectLst>
            <a:outerShdw blurRad="177800" dist="12700" dir="540000" sx="98000" sy="98000" algn="ctr" rotWithShape="0">
              <a:srgbClr val="FFFFFF">
                <a:lumMod val="75000"/>
                <a:alpha val="43000"/>
              </a:srgbClr>
            </a:outerShdw>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0" noProof="0" dirty="0">
              <a:ln>
                <a:noFill/>
              </a:ln>
              <a:solidFill>
                <a:srgbClr val="FFFFFF"/>
              </a:solidFill>
              <a:effectLst/>
              <a:uLnTx/>
              <a:uFillTx/>
              <a:latin typeface="Calibri" panose="020F0502020204030204" pitchFamily="34" charset="0"/>
              <a:ea typeface="+mn-ea"/>
              <a:cs typeface="+mn-cs"/>
            </a:endParaRPr>
          </a:p>
        </p:txBody>
      </p:sp>
      <p:sp>
        <p:nvSpPr>
          <p:cNvPr id="20" name="Yuvarlatılmış Dikdörtgen 19">
            <a:extLst>
              <a:ext uri="{FF2B5EF4-FFF2-40B4-BE49-F238E27FC236}">
                <a16:creationId xmlns:a16="http://schemas.microsoft.com/office/drawing/2014/main" id="{5778A15A-BFFC-4F0F-AD2A-04F26C2DC0CA}"/>
              </a:ext>
            </a:extLst>
          </p:cNvPr>
          <p:cNvSpPr/>
          <p:nvPr/>
        </p:nvSpPr>
        <p:spPr>
          <a:xfrm>
            <a:off x="4307696" y="2100261"/>
            <a:ext cx="3515915" cy="2806103"/>
          </a:xfrm>
          <a:prstGeom prst="roundRect">
            <a:avLst>
              <a:gd name="adj" fmla="val 6641"/>
            </a:avLst>
          </a:prstGeom>
          <a:solidFill>
            <a:schemeClr val="bg1"/>
          </a:solidFill>
          <a:ln>
            <a:solidFill>
              <a:schemeClr val="bg1">
                <a:lumMod val="95000"/>
              </a:schemeClr>
            </a:solidFill>
          </a:ln>
          <a:effectLst>
            <a:outerShdw blurRad="185246" dist="22914" dir="540000" sx="97750" sy="97750" algn="ctr" rotWithShape="0">
              <a:schemeClr val="bg1">
                <a:lumMod val="75000"/>
                <a:alpha val="43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tr-TR" sz="1600" dirty="0"/>
          </a:p>
        </p:txBody>
      </p:sp>
      <p:sp>
        <p:nvSpPr>
          <p:cNvPr id="21" name="Yuvarlatılmış Dikdörtgen 20">
            <a:extLst>
              <a:ext uri="{FF2B5EF4-FFF2-40B4-BE49-F238E27FC236}">
                <a16:creationId xmlns:a16="http://schemas.microsoft.com/office/drawing/2014/main" id="{2519C271-6984-DE9C-E535-C8AF04DC492B}"/>
              </a:ext>
            </a:extLst>
          </p:cNvPr>
          <p:cNvSpPr/>
          <p:nvPr/>
        </p:nvSpPr>
        <p:spPr>
          <a:xfrm>
            <a:off x="7997505" y="2100261"/>
            <a:ext cx="3515915" cy="2806103"/>
          </a:xfrm>
          <a:prstGeom prst="roundRect">
            <a:avLst>
              <a:gd name="adj" fmla="val 6641"/>
            </a:avLst>
          </a:prstGeom>
          <a:solidFill>
            <a:schemeClr val="bg1"/>
          </a:solidFill>
          <a:ln>
            <a:solidFill>
              <a:schemeClr val="bg1">
                <a:lumMod val="95000"/>
              </a:schemeClr>
            </a:solidFill>
          </a:ln>
          <a:effectLst>
            <a:outerShdw blurRad="185246" dist="22914" dir="540000" sx="97750" sy="97750" algn="ctr" rotWithShape="0">
              <a:schemeClr val="bg1">
                <a:lumMod val="75000"/>
                <a:alpha val="43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tr-TR" sz="1600" dirty="0"/>
          </a:p>
        </p:txBody>
      </p:sp>
      <p:sp>
        <p:nvSpPr>
          <p:cNvPr id="24" name="Metin kutusu 23">
            <a:extLst>
              <a:ext uri="{FF2B5EF4-FFF2-40B4-BE49-F238E27FC236}">
                <a16:creationId xmlns:a16="http://schemas.microsoft.com/office/drawing/2014/main" id="{E3D229B2-0D02-E922-7AFD-5A6622E190E1}"/>
              </a:ext>
            </a:extLst>
          </p:cNvPr>
          <p:cNvSpPr txBox="1"/>
          <p:nvPr/>
        </p:nvSpPr>
        <p:spPr>
          <a:xfrm>
            <a:off x="704953" y="2206844"/>
            <a:ext cx="2674709" cy="369332"/>
          </a:xfrm>
          <a:prstGeom prst="rect">
            <a:avLst/>
          </a:prstGeom>
          <a:noFill/>
        </p:spPr>
        <p:txBody>
          <a:bodyPr wrap="square" rtlCol="0">
            <a:spAutoFit/>
          </a:bodyPr>
          <a:lstStyle/>
          <a:p>
            <a:pPr defTabSz="457200"/>
            <a:r>
              <a:rPr lang="tr-TR" b="1" dirty="0">
                <a:solidFill>
                  <a:schemeClr val="bg1"/>
                </a:solidFill>
                <a:latin typeface="Calibri" panose="020F0502020204030204"/>
              </a:rPr>
              <a:t>Fiziksel &amp; Elektronik</a:t>
            </a:r>
          </a:p>
        </p:txBody>
      </p:sp>
      <p:sp>
        <p:nvSpPr>
          <p:cNvPr id="25" name="Rectangle 5">
            <a:extLst>
              <a:ext uri="{FF2B5EF4-FFF2-40B4-BE49-F238E27FC236}">
                <a16:creationId xmlns:a16="http://schemas.microsoft.com/office/drawing/2014/main" id="{7D37BAF7-CD91-416B-F192-F666516C47D1}"/>
              </a:ext>
            </a:extLst>
          </p:cNvPr>
          <p:cNvSpPr/>
          <p:nvPr/>
        </p:nvSpPr>
        <p:spPr>
          <a:xfrm>
            <a:off x="4307696" y="2100261"/>
            <a:ext cx="3515915" cy="607400"/>
          </a:xfrm>
          <a:prstGeom prst="roundRect">
            <a:avLst>
              <a:gd name="adj" fmla="val 26879"/>
            </a:avLst>
          </a:prstGeom>
          <a:solidFill>
            <a:srgbClr val="FC6619"/>
          </a:solidFill>
          <a:ln w="12700" cap="flat" cmpd="sng" algn="ctr">
            <a:noFill/>
            <a:prstDash val="solid"/>
            <a:miter lim="800000"/>
          </a:ln>
          <a:effectLst>
            <a:outerShdw blurRad="177800" dist="12700" dir="540000" sx="98000" sy="98000" algn="ctr" rotWithShape="0">
              <a:srgbClr val="FFFFFF">
                <a:lumMod val="75000"/>
                <a:alpha val="43000"/>
              </a:srgbClr>
            </a:outerShdw>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0" noProof="0" dirty="0">
              <a:ln>
                <a:noFill/>
              </a:ln>
              <a:solidFill>
                <a:srgbClr val="FFFFFF"/>
              </a:solidFill>
              <a:effectLst/>
              <a:uLnTx/>
              <a:uFillTx/>
              <a:latin typeface="Calibri" panose="020F0502020204030204" pitchFamily="34" charset="0"/>
              <a:ea typeface="+mn-ea"/>
              <a:cs typeface="+mn-cs"/>
            </a:endParaRPr>
          </a:p>
        </p:txBody>
      </p:sp>
      <p:sp>
        <p:nvSpPr>
          <p:cNvPr id="27" name="Metin kutusu 26">
            <a:extLst>
              <a:ext uri="{FF2B5EF4-FFF2-40B4-BE49-F238E27FC236}">
                <a16:creationId xmlns:a16="http://schemas.microsoft.com/office/drawing/2014/main" id="{C4280B01-D787-B3C5-5939-835C3F6CB932}"/>
              </a:ext>
            </a:extLst>
          </p:cNvPr>
          <p:cNvSpPr txBox="1"/>
          <p:nvPr/>
        </p:nvSpPr>
        <p:spPr>
          <a:xfrm>
            <a:off x="4414219" y="2206844"/>
            <a:ext cx="2674709" cy="369332"/>
          </a:xfrm>
          <a:prstGeom prst="rect">
            <a:avLst/>
          </a:prstGeom>
          <a:noFill/>
        </p:spPr>
        <p:txBody>
          <a:bodyPr wrap="square" rtlCol="0">
            <a:spAutoFit/>
          </a:bodyPr>
          <a:lstStyle/>
          <a:p>
            <a:pPr defTabSz="457200"/>
            <a:r>
              <a:rPr lang="tr-TR" b="1" dirty="0">
                <a:solidFill>
                  <a:schemeClr val="bg1"/>
                </a:solidFill>
                <a:latin typeface="Calibri" panose="020F0502020204030204"/>
              </a:rPr>
              <a:t>Yazılım</a:t>
            </a:r>
          </a:p>
        </p:txBody>
      </p:sp>
      <p:sp>
        <p:nvSpPr>
          <p:cNvPr id="30" name="Rectangle 5">
            <a:extLst>
              <a:ext uri="{FF2B5EF4-FFF2-40B4-BE49-F238E27FC236}">
                <a16:creationId xmlns:a16="http://schemas.microsoft.com/office/drawing/2014/main" id="{F4BF1B74-E1EA-A199-0E8B-49C1D83CBC68}"/>
              </a:ext>
            </a:extLst>
          </p:cNvPr>
          <p:cNvSpPr/>
          <p:nvPr/>
        </p:nvSpPr>
        <p:spPr>
          <a:xfrm>
            <a:off x="7997507" y="2100261"/>
            <a:ext cx="3515915" cy="607400"/>
          </a:xfrm>
          <a:prstGeom prst="roundRect">
            <a:avLst>
              <a:gd name="adj" fmla="val 26879"/>
            </a:avLst>
          </a:prstGeom>
          <a:solidFill>
            <a:srgbClr val="FC6619"/>
          </a:solidFill>
          <a:ln w="12700" cap="flat" cmpd="sng" algn="ctr">
            <a:noFill/>
            <a:prstDash val="solid"/>
            <a:miter lim="800000"/>
          </a:ln>
          <a:effectLst>
            <a:outerShdw blurRad="177800" dist="12700" dir="540000" sx="98000" sy="98000" algn="ctr" rotWithShape="0">
              <a:srgbClr val="FFFFFF">
                <a:lumMod val="75000"/>
                <a:alpha val="43000"/>
              </a:srgbClr>
            </a:outerShdw>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0" noProof="0" dirty="0">
              <a:ln>
                <a:noFill/>
              </a:ln>
              <a:solidFill>
                <a:srgbClr val="FFFFFF"/>
              </a:solidFill>
              <a:effectLst/>
              <a:uLnTx/>
              <a:uFillTx/>
              <a:latin typeface="Calibri" panose="020F0502020204030204" pitchFamily="34" charset="0"/>
              <a:ea typeface="+mn-ea"/>
              <a:cs typeface="+mn-cs"/>
            </a:endParaRPr>
          </a:p>
        </p:txBody>
      </p:sp>
      <p:sp>
        <p:nvSpPr>
          <p:cNvPr id="31" name="Metin kutusu 30">
            <a:extLst>
              <a:ext uri="{FF2B5EF4-FFF2-40B4-BE49-F238E27FC236}">
                <a16:creationId xmlns:a16="http://schemas.microsoft.com/office/drawing/2014/main" id="{566ED3D9-6733-573F-DAD6-66FE3D9AD8E9}"/>
              </a:ext>
            </a:extLst>
          </p:cNvPr>
          <p:cNvSpPr txBox="1"/>
          <p:nvPr/>
        </p:nvSpPr>
        <p:spPr>
          <a:xfrm>
            <a:off x="8104030" y="2206844"/>
            <a:ext cx="2674709" cy="369332"/>
          </a:xfrm>
          <a:prstGeom prst="rect">
            <a:avLst/>
          </a:prstGeom>
          <a:noFill/>
        </p:spPr>
        <p:txBody>
          <a:bodyPr wrap="square" rtlCol="0">
            <a:spAutoFit/>
          </a:bodyPr>
          <a:lstStyle/>
          <a:p>
            <a:pPr defTabSz="457200"/>
            <a:r>
              <a:rPr lang="tr-TR" b="1" dirty="0" err="1">
                <a:solidFill>
                  <a:schemeClr val="bg1"/>
                </a:solidFill>
                <a:latin typeface="Calibri" panose="020F0502020204030204"/>
              </a:rPr>
              <a:t>Monitoring</a:t>
            </a:r>
            <a:endParaRPr lang="tr-TR" b="1" dirty="0">
              <a:solidFill>
                <a:schemeClr val="bg1"/>
              </a:solidFill>
              <a:latin typeface="Calibri" panose="020F0502020204030204"/>
            </a:endParaRPr>
          </a:p>
        </p:txBody>
      </p:sp>
      <p:sp>
        <p:nvSpPr>
          <p:cNvPr id="32" name="Metin kutusu 31">
            <a:extLst>
              <a:ext uri="{FF2B5EF4-FFF2-40B4-BE49-F238E27FC236}">
                <a16:creationId xmlns:a16="http://schemas.microsoft.com/office/drawing/2014/main" id="{00CC112B-A6B7-C66A-43BF-C68C439957F3}"/>
              </a:ext>
            </a:extLst>
          </p:cNvPr>
          <p:cNvSpPr txBox="1"/>
          <p:nvPr/>
        </p:nvSpPr>
        <p:spPr>
          <a:xfrm>
            <a:off x="858957" y="2899800"/>
            <a:ext cx="2520705" cy="1569660"/>
          </a:xfrm>
          <a:prstGeom prst="rect">
            <a:avLst/>
          </a:prstGeom>
          <a:noFill/>
        </p:spPr>
        <p:txBody>
          <a:bodyPr wrap="square" rtlCol="0">
            <a:spAutoFit/>
          </a:bodyPr>
          <a:lstStyle/>
          <a:p>
            <a:pPr defTabSz="457200"/>
            <a:r>
              <a:rPr lang="tr-TR" sz="1600" b="1" dirty="0">
                <a:solidFill>
                  <a:srgbClr val="000000">
                    <a:lumMod val="75000"/>
                    <a:lumOff val="25000"/>
                  </a:srgbClr>
                </a:solidFill>
                <a:latin typeface="Calibri" panose="020F0502020204030204"/>
              </a:rPr>
              <a:t>Kabin içi modül tasarımı</a:t>
            </a:r>
          </a:p>
          <a:p>
            <a:pPr marL="342900" indent="-342900" defTabSz="457200">
              <a:buFont typeface="Arial" panose="020B0604020202020204" pitchFamily="34" charset="0"/>
              <a:buChar char="•"/>
            </a:pPr>
            <a:r>
              <a:rPr lang="tr-TR" sz="1600" dirty="0">
                <a:solidFill>
                  <a:srgbClr val="000000">
                    <a:lumMod val="75000"/>
                    <a:lumOff val="25000"/>
                  </a:srgbClr>
                </a:solidFill>
                <a:latin typeface="Calibri" panose="020F0502020204030204"/>
              </a:rPr>
              <a:t>PCB/kart yapısı</a:t>
            </a:r>
          </a:p>
          <a:p>
            <a:pPr marL="342900" indent="-342900" defTabSz="457200">
              <a:buFont typeface="Arial" panose="020B0604020202020204" pitchFamily="34" charset="0"/>
              <a:buChar char="•"/>
            </a:pPr>
            <a:r>
              <a:rPr lang="tr-TR" sz="1600" dirty="0">
                <a:solidFill>
                  <a:srgbClr val="000000">
                    <a:lumMod val="75000"/>
                    <a:lumOff val="25000"/>
                  </a:srgbClr>
                </a:solidFill>
                <a:latin typeface="Calibri" panose="020F0502020204030204"/>
              </a:rPr>
              <a:t>Giriş-çıkış bağlantıları</a:t>
            </a:r>
          </a:p>
          <a:p>
            <a:pPr marL="342900" indent="-342900" defTabSz="457200">
              <a:buFont typeface="Arial" panose="020B0604020202020204" pitchFamily="34" charset="0"/>
              <a:buChar char="•"/>
            </a:pPr>
            <a:r>
              <a:rPr lang="tr-TR" sz="1600" dirty="0">
                <a:solidFill>
                  <a:srgbClr val="000000">
                    <a:lumMod val="75000"/>
                    <a:lumOff val="25000"/>
                  </a:srgbClr>
                </a:solidFill>
                <a:latin typeface="Calibri" panose="020F0502020204030204"/>
              </a:rPr>
              <a:t>Bağlantı şemaları</a:t>
            </a:r>
          </a:p>
          <a:p>
            <a:pPr marL="342900" indent="-342900" defTabSz="457200">
              <a:buFont typeface="Arial" panose="020B0604020202020204" pitchFamily="34" charset="0"/>
              <a:buChar char="•"/>
            </a:pPr>
            <a:r>
              <a:rPr lang="tr-TR" sz="1600" dirty="0">
                <a:solidFill>
                  <a:srgbClr val="000000">
                    <a:lumMod val="75000"/>
                    <a:lumOff val="25000"/>
                  </a:srgbClr>
                </a:solidFill>
                <a:latin typeface="Calibri" panose="020F0502020204030204"/>
              </a:rPr>
              <a:t>Temel bileşenler dokümantasyonu</a:t>
            </a:r>
          </a:p>
        </p:txBody>
      </p:sp>
      <p:sp>
        <p:nvSpPr>
          <p:cNvPr id="33" name="Metin kutusu 32">
            <a:extLst>
              <a:ext uri="{FF2B5EF4-FFF2-40B4-BE49-F238E27FC236}">
                <a16:creationId xmlns:a16="http://schemas.microsoft.com/office/drawing/2014/main" id="{5650AF4A-A3BD-57AC-BBE7-5A05ECFCA5CE}"/>
              </a:ext>
            </a:extLst>
          </p:cNvPr>
          <p:cNvSpPr txBox="1"/>
          <p:nvPr/>
        </p:nvSpPr>
        <p:spPr>
          <a:xfrm>
            <a:off x="4492807" y="2899800"/>
            <a:ext cx="3137025" cy="1569660"/>
          </a:xfrm>
          <a:prstGeom prst="rect">
            <a:avLst/>
          </a:prstGeom>
          <a:noFill/>
        </p:spPr>
        <p:txBody>
          <a:bodyPr wrap="square" rtlCol="0">
            <a:spAutoFit/>
          </a:bodyPr>
          <a:lstStyle/>
          <a:p>
            <a:pPr defTabSz="457200"/>
            <a:r>
              <a:rPr lang="tr-TR" sz="1600" b="1" dirty="0">
                <a:solidFill>
                  <a:srgbClr val="000000">
                    <a:lumMod val="75000"/>
                    <a:lumOff val="25000"/>
                  </a:srgbClr>
                </a:solidFill>
                <a:latin typeface="Calibri" panose="020F0502020204030204"/>
              </a:rPr>
              <a:t>Yazılım Mimarisi</a:t>
            </a:r>
          </a:p>
          <a:p>
            <a:pPr marL="342900" indent="-342900" defTabSz="457200">
              <a:buFont typeface="Arial" panose="020B0604020202020204" pitchFamily="34" charset="0"/>
              <a:buChar char="•"/>
            </a:pPr>
            <a:r>
              <a:rPr lang="tr-TR" sz="1600" dirty="0">
                <a:solidFill>
                  <a:srgbClr val="000000">
                    <a:lumMod val="75000"/>
                    <a:lumOff val="25000"/>
                  </a:srgbClr>
                </a:solidFill>
                <a:latin typeface="Calibri" panose="020F0502020204030204"/>
              </a:rPr>
              <a:t>Mikrodenetleyici kaynak kodları</a:t>
            </a:r>
          </a:p>
          <a:p>
            <a:pPr marL="342900" indent="-342900" defTabSz="457200">
              <a:buFont typeface="Arial" panose="020B0604020202020204" pitchFamily="34" charset="0"/>
              <a:buChar char="•"/>
            </a:pPr>
            <a:r>
              <a:rPr lang="tr-TR" sz="1600" dirty="0">
                <a:solidFill>
                  <a:srgbClr val="000000">
                    <a:lumMod val="75000"/>
                    <a:lumOff val="25000"/>
                  </a:srgbClr>
                </a:solidFill>
                <a:latin typeface="Calibri" panose="020F0502020204030204"/>
              </a:rPr>
              <a:t>Programın çalışma mantığı,</a:t>
            </a:r>
          </a:p>
          <a:p>
            <a:pPr marL="342900" indent="-342900" defTabSz="457200">
              <a:buFont typeface="Arial" panose="020B0604020202020204" pitchFamily="34" charset="0"/>
              <a:buChar char="•"/>
            </a:pPr>
            <a:r>
              <a:rPr lang="tr-TR" sz="1600" dirty="0">
                <a:solidFill>
                  <a:srgbClr val="000000">
                    <a:lumMod val="75000"/>
                    <a:lumOff val="25000"/>
                  </a:srgbClr>
                </a:solidFill>
                <a:latin typeface="Calibri" panose="020F0502020204030204"/>
              </a:rPr>
              <a:t>Mümkünse akış diyagramı,</a:t>
            </a:r>
          </a:p>
          <a:p>
            <a:pPr marL="342900" indent="-342900" defTabSz="457200">
              <a:buFont typeface="Arial" panose="020B0604020202020204" pitchFamily="34" charset="0"/>
              <a:buChar char="•"/>
            </a:pPr>
            <a:r>
              <a:rPr lang="tr-TR" sz="1600" dirty="0" err="1">
                <a:solidFill>
                  <a:srgbClr val="000000">
                    <a:lumMod val="75000"/>
                    <a:lumOff val="25000"/>
                  </a:srgbClr>
                </a:solidFill>
                <a:latin typeface="Calibri" panose="020F0502020204030204"/>
              </a:rPr>
              <a:t>Frontend</a:t>
            </a:r>
            <a:r>
              <a:rPr lang="tr-TR" sz="1600" dirty="0">
                <a:solidFill>
                  <a:srgbClr val="000000">
                    <a:lumMod val="75000"/>
                    <a:lumOff val="25000"/>
                  </a:srgbClr>
                </a:solidFill>
                <a:latin typeface="Calibri" panose="020F0502020204030204"/>
              </a:rPr>
              <a:t> tasarımları ve kaynak kodları</a:t>
            </a:r>
          </a:p>
        </p:txBody>
      </p:sp>
      <p:sp>
        <p:nvSpPr>
          <p:cNvPr id="35" name="Metin kutusu 34">
            <a:extLst>
              <a:ext uri="{FF2B5EF4-FFF2-40B4-BE49-F238E27FC236}">
                <a16:creationId xmlns:a16="http://schemas.microsoft.com/office/drawing/2014/main" id="{45376B9A-5D51-E43D-2FD1-FD21D819773D}"/>
              </a:ext>
            </a:extLst>
          </p:cNvPr>
          <p:cNvSpPr txBox="1"/>
          <p:nvPr/>
        </p:nvSpPr>
        <p:spPr>
          <a:xfrm>
            <a:off x="8186033" y="2984284"/>
            <a:ext cx="3147010" cy="1569660"/>
          </a:xfrm>
          <a:prstGeom prst="rect">
            <a:avLst/>
          </a:prstGeom>
          <a:noFill/>
        </p:spPr>
        <p:txBody>
          <a:bodyPr wrap="square" rtlCol="0">
            <a:spAutoFit/>
          </a:bodyPr>
          <a:lstStyle/>
          <a:p>
            <a:pPr marL="342900" indent="-342900" defTabSz="457200">
              <a:buFont typeface="Arial" panose="020B0604020202020204" pitchFamily="34" charset="0"/>
              <a:buChar char="•"/>
            </a:pPr>
            <a:r>
              <a:rPr lang="tr-TR" sz="1600" dirty="0">
                <a:solidFill>
                  <a:srgbClr val="000000">
                    <a:lumMod val="75000"/>
                    <a:lumOff val="25000"/>
                  </a:srgbClr>
                </a:solidFill>
                <a:latin typeface="Calibri" panose="020F0502020204030204"/>
              </a:rPr>
              <a:t>SCADA entegrasyonu- </a:t>
            </a:r>
            <a:r>
              <a:rPr lang="tr-TR" sz="1600" dirty="0" err="1">
                <a:solidFill>
                  <a:srgbClr val="000000">
                    <a:lumMod val="75000"/>
                    <a:lumOff val="25000"/>
                  </a:srgbClr>
                </a:solidFill>
                <a:latin typeface="Calibri" panose="020F0502020204030204"/>
              </a:rPr>
              <a:t>Modbus</a:t>
            </a:r>
            <a:r>
              <a:rPr lang="tr-TR" sz="1600" dirty="0">
                <a:solidFill>
                  <a:srgbClr val="000000">
                    <a:lumMod val="75000"/>
                    <a:lumOff val="25000"/>
                  </a:srgbClr>
                </a:solidFill>
                <a:latin typeface="Calibri" panose="020F0502020204030204"/>
              </a:rPr>
              <a:t> Haritalama</a:t>
            </a:r>
          </a:p>
          <a:p>
            <a:pPr marL="342900" indent="-342900" defTabSz="457200">
              <a:buFont typeface="Arial" panose="020B0604020202020204" pitchFamily="34" charset="0"/>
              <a:buChar char="•"/>
            </a:pPr>
            <a:r>
              <a:rPr lang="tr-TR" sz="1600" dirty="0">
                <a:solidFill>
                  <a:srgbClr val="000000">
                    <a:lumMod val="75000"/>
                    <a:lumOff val="25000"/>
                  </a:srgbClr>
                </a:solidFill>
                <a:latin typeface="Calibri" panose="020F0502020204030204"/>
              </a:rPr>
              <a:t>On-</a:t>
            </a:r>
            <a:r>
              <a:rPr lang="tr-TR" sz="1600" dirty="0" err="1">
                <a:solidFill>
                  <a:srgbClr val="000000">
                    <a:lumMod val="75000"/>
                    <a:lumOff val="25000"/>
                  </a:srgbClr>
                </a:solidFill>
                <a:latin typeface="Calibri" panose="020F0502020204030204"/>
              </a:rPr>
              <a:t>Premise</a:t>
            </a:r>
            <a:r>
              <a:rPr lang="tr-TR" sz="1600" dirty="0">
                <a:solidFill>
                  <a:srgbClr val="000000">
                    <a:lumMod val="75000"/>
                    <a:lumOff val="25000"/>
                  </a:srgbClr>
                </a:solidFill>
                <a:latin typeface="Calibri" panose="020F0502020204030204"/>
              </a:rPr>
              <a:t> altyapı (Public Cloud yok)</a:t>
            </a:r>
          </a:p>
          <a:p>
            <a:pPr marL="342900" indent="-342900" defTabSz="457200">
              <a:buFont typeface="Arial" panose="020B0604020202020204" pitchFamily="34" charset="0"/>
              <a:buChar char="•"/>
            </a:pPr>
            <a:r>
              <a:rPr lang="tr-TR" sz="1600" dirty="0">
                <a:solidFill>
                  <a:srgbClr val="000000">
                    <a:lumMod val="75000"/>
                    <a:lumOff val="25000"/>
                  </a:srgbClr>
                </a:solidFill>
                <a:latin typeface="Calibri" panose="020F0502020204030204"/>
              </a:rPr>
              <a:t>SMS/WhatsApp alarm mekanizması</a:t>
            </a:r>
          </a:p>
        </p:txBody>
      </p:sp>
    </p:spTree>
    <p:extLst>
      <p:ext uri="{BB962C8B-B14F-4D97-AF65-F5344CB8AC3E}">
        <p14:creationId xmlns:p14="http://schemas.microsoft.com/office/powerpoint/2010/main" val="1744365525"/>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with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fade">
                                      <p:cBhvr>
                                        <p:cTn id="7" dur="1000"/>
                                        <p:tgtEl>
                                          <p:spTgt spid="15"/>
                                        </p:tgtEl>
                                      </p:cBhvr>
                                    </p:animEffect>
                                    <p:anim calcmode="lin" valueType="num">
                                      <p:cBhvr>
                                        <p:cTn id="8" dur="1000" fill="hold"/>
                                        <p:tgtEl>
                                          <p:spTgt spid="15"/>
                                        </p:tgtEl>
                                        <p:attrNameLst>
                                          <p:attrName>ppt_x</p:attrName>
                                        </p:attrNameLst>
                                      </p:cBhvr>
                                      <p:tavLst>
                                        <p:tav tm="0">
                                          <p:val>
                                            <p:strVal val="#ppt_x"/>
                                          </p:val>
                                        </p:tav>
                                        <p:tav tm="100000">
                                          <p:val>
                                            <p:strVal val="#ppt_x"/>
                                          </p:val>
                                        </p:tav>
                                      </p:tavLst>
                                    </p:anim>
                                    <p:anim calcmode="lin" valueType="num">
                                      <p:cBhvr>
                                        <p:cTn id="9" dur="1000" fill="hold"/>
                                        <p:tgtEl>
                                          <p:spTgt spid="15"/>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14"/>
                                        </p:tgtEl>
                                        <p:attrNameLst>
                                          <p:attrName>style.visibility</p:attrName>
                                        </p:attrNameLst>
                                      </p:cBhvr>
                                      <p:to>
                                        <p:strVal val="visible"/>
                                      </p:to>
                                    </p:set>
                                    <p:animEffect transition="in" filter="fade">
                                      <p:cBhvr>
                                        <p:cTn id="12" dur="1000"/>
                                        <p:tgtEl>
                                          <p:spTgt spid="14"/>
                                        </p:tgtEl>
                                      </p:cBhvr>
                                    </p:animEffect>
                                    <p:anim calcmode="lin" valueType="num">
                                      <p:cBhvr>
                                        <p:cTn id="13" dur="1000" fill="hold"/>
                                        <p:tgtEl>
                                          <p:spTgt spid="14"/>
                                        </p:tgtEl>
                                        <p:attrNameLst>
                                          <p:attrName>ppt_x</p:attrName>
                                        </p:attrNameLst>
                                      </p:cBhvr>
                                      <p:tavLst>
                                        <p:tav tm="0">
                                          <p:val>
                                            <p:strVal val="#ppt_x"/>
                                          </p:val>
                                        </p:tav>
                                        <p:tav tm="100000">
                                          <p:val>
                                            <p:strVal val="#ppt_x"/>
                                          </p:val>
                                        </p:tav>
                                      </p:tavLst>
                                    </p:anim>
                                    <p:anim calcmode="lin" valueType="num">
                                      <p:cBhvr>
                                        <p:cTn id="14" dur="1000" fill="hold"/>
                                        <p:tgtEl>
                                          <p:spTgt spid="14"/>
                                        </p:tgtEl>
                                        <p:attrNameLst>
                                          <p:attrName>ppt_y</p:attrName>
                                        </p:attrNameLst>
                                      </p:cBhvr>
                                      <p:tavLst>
                                        <p:tav tm="0">
                                          <p:val>
                                            <p:strVal val="#ppt_y+.1"/>
                                          </p:val>
                                        </p:tav>
                                        <p:tav tm="100000">
                                          <p:val>
                                            <p:strVal val="#ppt_y"/>
                                          </p:val>
                                        </p:tav>
                                      </p:tavLst>
                                    </p:anim>
                                  </p:childTnLst>
                                </p:cTn>
                              </p:par>
                              <p:par>
                                <p:cTn id="15" presetID="42" presetClass="entr" presetSubtype="0" fill="hold" nodeType="withEffect">
                                  <p:stCondLst>
                                    <p:cond delay="0"/>
                                  </p:stCondLst>
                                  <p:childTnLst>
                                    <p:set>
                                      <p:cBhvr>
                                        <p:cTn id="16" dur="1" fill="hold">
                                          <p:stCondLst>
                                            <p:cond delay="0"/>
                                          </p:stCondLst>
                                        </p:cTn>
                                        <p:tgtEl>
                                          <p:spTgt spid="16"/>
                                        </p:tgtEl>
                                        <p:attrNameLst>
                                          <p:attrName>style.visibility</p:attrName>
                                        </p:attrNameLst>
                                      </p:cBhvr>
                                      <p:to>
                                        <p:strVal val="visible"/>
                                      </p:to>
                                    </p:set>
                                    <p:animEffect transition="in" filter="fade">
                                      <p:cBhvr>
                                        <p:cTn id="17" dur="1000"/>
                                        <p:tgtEl>
                                          <p:spTgt spid="16"/>
                                        </p:tgtEl>
                                      </p:cBhvr>
                                    </p:animEffect>
                                    <p:anim calcmode="lin" valueType="num">
                                      <p:cBhvr>
                                        <p:cTn id="18" dur="1000" fill="hold"/>
                                        <p:tgtEl>
                                          <p:spTgt spid="16"/>
                                        </p:tgtEl>
                                        <p:attrNameLst>
                                          <p:attrName>ppt_x</p:attrName>
                                        </p:attrNameLst>
                                      </p:cBhvr>
                                      <p:tavLst>
                                        <p:tav tm="0">
                                          <p:val>
                                            <p:strVal val="#ppt_x"/>
                                          </p:val>
                                        </p:tav>
                                        <p:tav tm="100000">
                                          <p:val>
                                            <p:strVal val="#ppt_x"/>
                                          </p:val>
                                        </p:tav>
                                      </p:tavLst>
                                    </p:anim>
                                    <p:anim calcmode="lin" valueType="num">
                                      <p:cBhvr>
                                        <p:cTn id="19" dur="1000" fill="hold"/>
                                        <p:tgtEl>
                                          <p:spTgt spid="1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9EFDF9-5A59-1892-E8DA-421608F3717A}"/>
            </a:ext>
          </a:extLst>
        </p:cNvPr>
        <p:cNvGrpSpPr/>
        <p:nvPr/>
      </p:nvGrpSpPr>
      <p:grpSpPr>
        <a:xfrm>
          <a:off x="0" y="0"/>
          <a:ext cx="0" cy="0"/>
          <a:chOff x="0" y="0"/>
          <a:chExt cx="0" cy="0"/>
        </a:xfrm>
      </p:grpSpPr>
      <p:sp>
        <p:nvSpPr>
          <p:cNvPr id="34" name="Title 1">
            <a:extLst>
              <a:ext uri="{FF2B5EF4-FFF2-40B4-BE49-F238E27FC236}">
                <a16:creationId xmlns:a16="http://schemas.microsoft.com/office/drawing/2014/main" id="{2EE6ADB2-BCAC-F4F9-4BF1-38E11BD130E0}"/>
              </a:ext>
            </a:extLst>
          </p:cNvPr>
          <p:cNvSpPr txBox="1">
            <a:spLocks/>
          </p:cNvSpPr>
          <p:nvPr/>
        </p:nvSpPr>
        <p:spPr>
          <a:xfrm>
            <a:off x="602194" y="2219800"/>
            <a:ext cx="3229577" cy="517001"/>
          </a:xfrm>
          <a:prstGeom prst="rect">
            <a:avLst/>
          </a:prstGeom>
        </p:spPr>
        <p:txBody>
          <a:bodyPr wrap="square" lIns="0" tIns="0" rIns="0" bIns="0">
            <a:spAutoFit/>
          </a:bodyPr>
          <a:lstStyle>
            <a:defPPr>
              <a:defRPr lang="en-US"/>
            </a:defPPr>
            <a:lvl1pPr defTabSz="1828800">
              <a:lnSpc>
                <a:spcPct val="90000"/>
              </a:lnSpc>
              <a:spcBef>
                <a:spcPct val="0"/>
              </a:spcBef>
              <a:buNone/>
              <a:defRPr sz="3200" b="1" cap="none" spc="-38" baseline="0">
                <a:latin typeface="Gilroy-RegularItalic" pitchFamily="2" charset="0"/>
                <a:ea typeface="Open Sans" panose="020B0606030504020204" pitchFamily="34" charset="0"/>
                <a:cs typeface="Open Sans" panose="020B0606030504020204" pitchFamily="34" charset="0"/>
              </a:defRPr>
            </a:lvl1pPr>
          </a:lstStyle>
          <a:p>
            <a:pPr defTabSz="2438339"/>
            <a:r>
              <a:rPr lang="tr-TR" sz="3733" spc="-51" dirty="0">
                <a:solidFill>
                  <a:srgbClr val="003CA6"/>
                </a:solidFill>
                <a:latin typeface="Calibri" panose="020F0502020204030204" pitchFamily="34" charset="0"/>
                <a:ea typeface="Calibri" panose="020F0502020204030204" pitchFamily="34" charset="0"/>
                <a:cs typeface="Calibri" panose="020F0502020204030204" pitchFamily="34" charset="0"/>
              </a:rPr>
              <a:t>Değerlendirme</a:t>
            </a:r>
          </a:p>
        </p:txBody>
      </p:sp>
      <p:sp>
        <p:nvSpPr>
          <p:cNvPr id="4" name="Dikdörtgen 3">
            <a:extLst>
              <a:ext uri="{FF2B5EF4-FFF2-40B4-BE49-F238E27FC236}">
                <a16:creationId xmlns:a16="http://schemas.microsoft.com/office/drawing/2014/main" id="{EF112A6C-A49E-2C7E-709F-28E62836D9B6}"/>
              </a:ext>
            </a:extLst>
          </p:cNvPr>
          <p:cNvSpPr/>
          <p:nvPr/>
        </p:nvSpPr>
        <p:spPr>
          <a:xfrm>
            <a:off x="266174" y="3265765"/>
            <a:ext cx="3901615" cy="338554"/>
          </a:xfrm>
          <a:prstGeom prst="rect">
            <a:avLst/>
          </a:prstGeom>
        </p:spPr>
        <p:txBody>
          <a:bodyPr wrap="square">
            <a:spAutoFit/>
          </a:bodyPr>
          <a:lstStyle/>
          <a:p>
            <a:pPr defTabSz="1219170">
              <a:defRPr/>
            </a:pPr>
            <a:r>
              <a:rPr lang="tr-TR" sz="1600" dirty="0">
                <a:solidFill>
                  <a:srgbClr val="000000"/>
                </a:solidFill>
                <a:latin typeface="Calibri" panose="020F0502020204030204" pitchFamily="34" charset="0"/>
                <a:ea typeface="Calibri" panose="020F0502020204030204" pitchFamily="34" charset="0"/>
                <a:cs typeface="Calibri" panose="020F0502020204030204" pitchFamily="34" charset="0"/>
              </a:rPr>
              <a:t>Projeler başlıklara göre değerlendirilecektir</a:t>
            </a:r>
          </a:p>
        </p:txBody>
      </p:sp>
      <p:pic>
        <p:nvPicPr>
          <p:cNvPr id="5" name="Resim 4" descr="yazı tipi, grafik, grafik tasarım, metin içeren bir resim&#10;&#10;Yapay zeka tarafından oluşturulmuş içerik yanlış olabilir.">
            <a:extLst>
              <a:ext uri="{FF2B5EF4-FFF2-40B4-BE49-F238E27FC236}">
                <a16:creationId xmlns:a16="http://schemas.microsoft.com/office/drawing/2014/main" id="{E254B924-5760-0F41-C1DF-E58435F172CB}"/>
              </a:ext>
            </a:extLst>
          </p:cNvPr>
          <p:cNvPicPr>
            <a:picLocks noChangeAspect="1"/>
          </p:cNvPicPr>
          <p:nvPr/>
        </p:nvPicPr>
        <p:blipFill>
          <a:blip r:embed="rId2"/>
          <a:stretch>
            <a:fillRect/>
          </a:stretch>
        </p:blipFill>
        <p:spPr>
          <a:xfrm>
            <a:off x="10048240" y="427446"/>
            <a:ext cx="1649518" cy="568557"/>
          </a:xfrm>
          <a:prstGeom prst="rect">
            <a:avLst/>
          </a:prstGeom>
        </p:spPr>
      </p:pic>
      <p:pic>
        <p:nvPicPr>
          <p:cNvPr id="12" name="Resim 11" descr="metin, yazı tipi, grafik, poster içeren bir resim&#10;&#10;Yapay zeka tarafından oluşturulmuş içerik yanlış olabilir.">
            <a:extLst>
              <a:ext uri="{FF2B5EF4-FFF2-40B4-BE49-F238E27FC236}">
                <a16:creationId xmlns:a16="http://schemas.microsoft.com/office/drawing/2014/main" id="{8B4F1988-9CCC-F407-4D16-72966F1A1F19}"/>
              </a:ext>
            </a:extLst>
          </p:cNvPr>
          <p:cNvPicPr>
            <a:picLocks noChangeAspect="1"/>
          </p:cNvPicPr>
          <p:nvPr/>
        </p:nvPicPr>
        <p:blipFill>
          <a:blip r:embed="rId3"/>
          <a:stretch>
            <a:fillRect/>
          </a:stretch>
        </p:blipFill>
        <p:spPr>
          <a:xfrm>
            <a:off x="598430" y="5487444"/>
            <a:ext cx="832805" cy="943110"/>
          </a:xfrm>
          <a:prstGeom prst="rect">
            <a:avLst/>
          </a:prstGeom>
        </p:spPr>
      </p:pic>
      <p:pic>
        <p:nvPicPr>
          <p:cNvPr id="14" name="Resim 13" descr="portakal, turuncu, tasarım, yaratıcılık içeren bir resim&#10;&#10;Yapay zeka tarafından oluşturulmuş içerik yanlış olabilir.">
            <a:extLst>
              <a:ext uri="{FF2B5EF4-FFF2-40B4-BE49-F238E27FC236}">
                <a16:creationId xmlns:a16="http://schemas.microsoft.com/office/drawing/2014/main" id="{F90E1668-CCC7-E6E0-084C-A3B11A98335A}"/>
              </a:ext>
            </a:extLst>
          </p:cNvPr>
          <p:cNvPicPr>
            <a:picLocks noChangeAspect="1"/>
          </p:cNvPicPr>
          <p:nvPr/>
        </p:nvPicPr>
        <p:blipFill>
          <a:blip r:embed="rId4"/>
          <a:srcRect b="52813"/>
          <a:stretch>
            <a:fillRect/>
          </a:stretch>
        </p:blipFill>
        <p:spPr>
          <a:xfrm>
            <a:off x="10212945" y="4983075"/>
            <a:ext cx="2040280" cy="1975865"/>
          </a:xfrm>
          <a:prstGeom prst="rect">
            <a:avLst/>
          </a:prstGeom>
        </p:spPr>
      </p:pic>
      <p:pic>
        <p:nvPicPr>
          <p:cNvPr id="15" name="Resim 14" descr="yeşil, tasarım içeren bir resim&#10;&#10;Yapay zeka tarafından oluşturulmuş içerik yanlış olabilir.">
            <a:extLst>
              <a:ext uri="{FF2B5EF4-FFF2-40B4-BE49-F238E27FC236}">
                <a16:creationId xmlns:a16="http://schemas.microsoft.com/office/drawing/2014/main" id="{297266DD-6975-6402-54BC-3F93CBDC3BB2}"/>
              </a:ext>
            </a:extLst>
          </p:cNvPr>
          <p:cNvPicPr>
            <a:picLocks noChangeAspect="1"/>
          </p:cNvPicPr>
          <p:nvPr/>
        </p:nvPicPr>
        <p:blipFill>
          <a:blip r:embed="rId5"/>
          <a:srcRect b="20626"/>
          <a:stretch>
            <a:fillRect/>
          </a:stretch>
        </p:blipFill>
        <p:spPr>
          <a:xfrm>
            <a:off x="11513820" y="5297122"/>
            <a:ext cx="1020296" cy="1661818"/>
          </a:xfrm>
          <a:prstGeom prst="rect">
            <a:avLst/>
          </a:prstGeom>
        </p:spPr>
      </p:pic>
      <p:pic>
        <p:nvPicPr>
          <p:cNvPr id="16" name="Resim 15" descr="meneviş mavisi, ekran görüntüsü, mavi, tasarım içeren bir resim&#10;&#10;Yapay zeka tarafından oluşturulmuş içerik yanlış olabilir.">
            <a:extLst>
              <a:ext uri="{FF2B5EF4-FFF2-40B4-BE49-F238E27FC236}">
                <a16:creationId xmlns:a16="http://schemas.microsoft.com/office/drawing/2014/main" id="{012FD072-D01D-E144-0BEF-FF567D17DC06}"/>
              </a:ext>
            </a:extLst>
          </p:cNvPr>
          <p:cNvPicPr>
            <a:picLocks noChangeAspect="1"/>
          </p:cNvPicPr>
          <p:nvPr/>
        </p:nvPicPr>
        <p:blipFill>
          <a:blip r:embed="rId6"/>
          <a:srcRect b="53491"/>
          <a:stretch>
            <a:fillRect/>
          </a:stretch>
        </p:blipFill>
        <p:spPr>
          <a:xfrm>
            <a:off x="10396101" y="6145235"/>
            <a:ext cx="852455" cy="813705"/>
          </a:xfrm>
          <a:prstGeom prst="rect">
            <a:avLst/>
          </a:prstGeom>
        </p:spPr>
      </p:pic>
      <p:cxnSp>
        <p:nvCxnSpPr>
          <p:cNvPr id="13" name="Straight Connector 4">
            <a:extLst>
              <a:ext uri="{FF2B5EF4-FFF2-40B4-BE49-F238E27FC236}">
                <a16:creationId xmlns:a16="http://schemas.microsoft.com/office/drawing/2014/main" id="{029D47B6-5EF0-158B-4B16-2DA013CA41E7}"/>
              </a:ext>
            </a:extLst>
          </p:cNvPr>
          <p:cNvCxnSpPr>
            <a:cxnSpLocks/>
          </p:cNvCxnSpPr>
          <p:nvPr/>
        </p:nvCxnSpPr>
        <p:spPr>
          <a:xfrm>
            <a:off x="660702" y="3072087"/>
            <a:ext cx="672767" cy="0"/>
          </a:xfrm>
          <a:prstGeom prst="line">
            <a:avLst/>
          </a:prstGeom>
          <a:noFill/>
          <a:ln w="76200" cap="rnd" cmpd="sng" algn="ctr">
            <a:gradFill flip="none" rotWithShape="1">
              <a:gsLst>
                <a:gs pos="53000">
                  <a:srgbClr val="E86024"/>
                </a:gs>
                <a:gs pos="99000">
                  <a:srgbClr val="D31467"/>
                </a:gs>
              </a:gsLst>
              <a:lin ang="18900000" scaled="1"/>
              <a:tileRect/>
            </a:gradFill>
            <a:prstDash val="solid"/>
            <a:round/>
          </a:ln>
          <a:effectLst/>
        </p:spPr>
      </p:cxnSp>
      <p:sp>
        <p:nvSpPr>
          <p:cNvPr id="17" name="Yuvarlatılmış Dikdörtgen 16">
            <a:extLst>
              <a:ext uri="{FF2B5EF4-FFF2-40B4-BE49-F238E27FC236}">
                <a16:creationId xmlns:a16="http://schemas.microsoft.com/office/drawing/2014/main" id="{2520A092-1B5C-CBDF-F3A5-1A878449FE13}"/>
              </a:ext>
            </a:extLst>
          </p:cNvPr>
          <p:cNvSpPr/>
          <p:nvPr/>
        </p:nvSpPr>
        <p:spPr>
          <a:xfrm>
            <a:off x="4147454" y="1429763"/>
            <a:ext cx="2679655" cy="503679"/>
          </a:xfrm>
          <a:prstGeom prst="roundRect">
            <a:avLst>
              <a:gd name="adj" fmla="val 6641"/>
            </a:avLst>
          </a:prstGeom>
          <a:solidFill>
            <a:schemeClr val="bg1"/>
          </a:solidFill>
          <a:ln>
            <a:solidFill>
              <a:schemeClr val="bg1">
                <a:lumMod val="95000"/>
              </a:schemeClr>
            </a:solidFill>
          </a:ln>
          <a:effectLst>
            <a:outerShdw blurRad="185246" dist="22914" dir="540000" sx="97750" sy="97750" algn="ctr" rotWithShape="0">
              <a:schemeClr val="bg1">
                <a:lumMod val="75000"/>
                <a:alpha val="43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tr-TR" dirty="0">
              <a:latin typeface="Calibri" panose="020F0502020204030204" pitchFamily="34" charset="0"/>
              <a:ea typeface="Calibri" panose="020F0502020204030204" pitchFamily="34" charset="0"/>
              <a:cs typeface="Calibri" panose="020F0502020204030204" pitchFamily="34" charset="0"/>
            </a:endParaRPr>
          </a:p>
        </p:txBody>
      </p:sp>
      <p:sp>
        <p:nvSpPr>
          <p:cNvPr id="20" name="Metin kutusu 19">
            <a:extLst>
              <a:ext uri="{FF2B5EF4-FFF2-40B4-BE49-F238E27FC236}">
                <a16:creationId xmlns:a16="http://schemas.microsoft.com/office/drawing/2014/main" id="{6895A645-830A-002B-14DF-7A7DA33C2136}"/>
              </a:ext>
            </a:extLst>
          </p:cNvPr>
          <p:cNvSpPr txBox="1"/>
          <p:nvPr/>
        </p:nvSpPr>
        <p:spPr>
          <a:xfrm>
            <a:off x="4512048" y="1429937"/>
            <a:ext cx="1950467" cy="523220"/>
          </a:xfrm>
          <a:prstGeom prst="rect">
            <a:avLst/>
          </a:prstGeom>
          <a:noFill/>
        </p:spPr>
        <p:txBody>
          <a:bodyPr wrap="square" rtlCol="0">
            <a:spAutoFit/>
          </a:bodyPr>
          <a:lstStyle/>
          <a:p>
            <a:pPr algn="ctr"/>
            <a:r>
              <a:rPr lang="tr-TR" sz="1400" b="1" dirty="0">
                <a:solidFill>
                  <a:srgbClr val="374151"/>
                </a:solidFill>
                <a:latin typeface="Calibri" panose="020F0502020204030204" pitchFamily="34" charset="0"/>
                <a:ea typeface="Calibri" panose="020F0502020204030204" pitchFamily="34" charset="0"/>
                <a:cs typeface="Calibri" panose="020F0502020204030204" pitchFamily="34" charset="0"/>
              </a:rPr>
              <a:t>Problemin Doğru Anlaşılması</a:t>
            </a:r>
          </a:p>
        </p:txBody>
      </p:sp>
      <p:sp>
        <p:nvSpPr>
          <p:cNvPr id="21" name="Metin kutusu 20">
            <a:extLst>
              <a:ext uri="{FF2B5EF4-FFF2-40B4-BE49-F238E27FC236}">
                <a16:creationId xmlns:a16="http://schemas.microsoft.com/office/drawing/2014/main" id="{B95A9BF1-A7E2-733C-E59C-6C1C534D8713}"/>
              </a:ext>
            </a:extLst>
          </p:cNvPr>
          <p:cNvSpPr txBox="1"/>
          <p:nvPr/>
        </p:nvSpPr>
        <p:spPr>
          <a:xfrm>
            <a:off x="6983598" y="1499790"/>
            <a:ext cx="5013330" cy="584775"/>
          </a:xfrm>
          <a:prstGeom prst="rect">
            <a:avLst/>
          </a:prstGeom>
          <a:noFill/>
        </p:spPr>
        <p:txBody>
          <a:bodyPr wrap="square" rtlCol="0">
            <a:spAutoFit/>
          </a:bodyPr>
          <a:lstStyle/>
          <a:p>
            <a:r>
              <a:rPr lang="tr-TR" sz="1600" dirty="0">
                <a:solidFill>
                  <a:srgbClr val="374151"/>
                </a:solidFill>
                <a:latin typeface="Calibri" panose="020F0502020204030204" pitchFamily="34" charset="0"/>
                <a:ea typeface="Calibri" panose="020F0502020204030204" pitchFamily="34" charset="0"/>
                <a:cs typeface="Calibri" panose="020F0502020204030204" pitchFamily="34" charset="0"/>
              </a:rPr>
              <a:t>Sunulan çözümün probleme ve saha gerçeklerine uygunluğu</a:t>
            </a:r>
          </a:p>
        </p:txBody>
      </p:sp>
      <p:sp>
        <p:nvSpPr>
          <p:cNvPr id="30" name="Yuvarlatılmış Dikdörtgen 29">
            <a:extLst>
              <a:ext uri="{FF2B5EF4-FFF2-40B4-BE49-F238E27FC236}">
                <a16:creationId xmlns:a16="http://schemas.microsoft.com/office/drawing/2014/main" id="{30627F3F-0E4B-64BD-01D0-73D421B6550D}"/>
              </a:ext>
            </a:extLst>
          </p:cNvPr>
          <p:cNvSpPr/>
          <p:nvPr/>
        </p:nvSpPr>
        <p:spPr>
          <a:xfrm>
            <a:off x="4147454" y="2154843"/>
            <a:ext cx="2679655" cy="503679"/>
          </a:xfrm>
          <a:prstGeom prst="roundRect">
            <a:avLst>
              <a:gd name="adj" fmla="val 6641"/>
            </a:avLst>
          </a:prstGeom>
          <a:solidFill>
            <a:schemeClr val="bg1"/>
          </a:solidFill>
          <a:ln>
            <a:solidFill>
              <a:schemeClr val="bg1">
                <a:lumMod val="95000"/>
              </a:schemeClr>
            </a:solidFill>
          </a:ln>
          <a:effectLst>
            <a:outerShdw blurRad="185246" dist="22914" dir="540000" sx="97750" sy="97750" algn="ctr" rotWithShape="0">
              <a:schemeClr val="bg1">
                <a:lumMod val="75000"/>
                <a:alpha val="43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tr-TR" dirty="0">
              <a:latin typeface="Calibri" panose="020F0502020204030204" pitchFamily="34" charset="0"/>
              <a:ea typeface="Calibri" panose="020F0502020204030204" pitchFamily="34" charset="0"/>
              <a:cs typeface="Calibri" panose="020F0502020204030204" pitchFamily="34" charset="0"/>
            </a:endParaRPr>
          </a:p>
        </p:txBody>
      </p:sp>
      <p:sp>
        <p:nvSpPr>
          <p:cNvPr id="31" name="Metin kutusu 30">
            <a:extLst>
              <a:ext uri="{FF2B5EF4-FFF2-40B4-BE49-F238E27FC236}">
                <a16:creationId xmlns:a16="http://schemas.microsoft.com/office/drawing/2014/main" id="{28BEC953-F9CF-266D-4357-2485D8061733}"/>
              </a:ext>
            </a:extLst>
          </p:cNvPr>
          <p:cNvSpPr txBox="1"/>
          <p:nvPr/>
        </p:nvSpPr>
        <p:spPr>
          <a:xfrm>
            <a:off x="4512048" y="2261446"/>
            <a:ext cx="1950467" cy="307777"/>
          </a:xfrm>
          <a:prstGeom prst="rect">
            <a:avLst/>
          </a:prstGeom>
          <a:noFill/>
        </p:spPr>
        <p:txBody>
          <a:bodyPr wrap="square" rtlCol="0">
            <a:spAutoFit/>
          </a:bodyPr>
          <a:lstStyle/>
          <a:p>
            <a:pPr algn="ctr"/>
            <a:r>
              <a:rPr lang="tr-TR" sz="1400" b="1" dirty="0">
                <a:solidFill>
                  <a:srgbClr val="374151"/>
                </a:solidFill>
                <a:latin typeface="Calibri" panose="020F0502020204030204" pitchFamily="34" charset="0"/>
                <a:ea typeface="Calibri" panose="020F0502020204030204" pitchFamily="34" charset="0"/>
                <a:cs typeface="Calibri" panose="020F0502020204030204" pitchFamily="34" charset="0"/>
              </a:rPr>
              <a:t>Anomali ve Risk Tespiti</a:t>
            </a:r>
          </a:p>
        </p:txBody>
      </p:sp>
      <p:sp>
        <p:nvSpPr>
          <p:cNvPr id="32" name="Metin kutusu 31">
            <a:extLst>
              <a:ext uri="{FF2B5EF4-FFF2-40B4-BE49-F238E27FC236}">
                <a16:creationId xmlns:a16="http://schemas.microsoft.com/office/drawing/2014/main" id="{3F39A9CC-DB51-E695-F9A3-678F720D932D}"/>
              </a:ext>
            </a:extLst>
          </p:cNvPr>
          <p:cNvSpPr txBox="1"/>
          <p:nvPr/>
        </p:nvSpPr>
        <p:spPr>
          <a:xfrm>
            <a:off x="6983598" y="2243158"/>
            <a:ext cx="5013330" cy="338554"/>
          </a:xfrm>
          <a:prstGeom prst="rect">
            <a:avLst/>
          </a:prstGeom>
          <a:noFill/>
        </p:spPr>
        <p:txBody>
          <a:bodyPr wrap="square" rtlCol="0">
            <a:spAutoFit/>
          </a:bodyPr>
          <a:lstStyle/>
          <a:p>
            <a:r>
              <a:rPr lang="tr-TR" sz="1600" dirty="0">
                <a:solidFill>
                  <a:srgbClr val="374151"/>
                </a:solidFill>
                <a:latin typeface="Calibri" panose="020F0502020204030204" pitchFamily="34" charset="0"/>
                <a:ea typeface="Calibri" panose="020F0502020204030204" pitchFamily="34" charset="0"/>
                <a:cs typeface="Calibri" panose="020F0502020204030204" pitchFamily="34" charset="0"/>
              </a:rPr>
              <a:t>Anomali ve risk tespit yaklaşımının başarısı</a:t>
            </a:r>
          </a:p>
        </p:txBody>
      </p:sp>
      <p:sp>
        <p:nvSpPr>
          <p:cNvPr id="33" name="Yuvarlatılmış Dikdörtgen 32">
            <a:extLst>
              <a:ext uri="{FF2B5EF4-FFF2-40B4-BE49-F238E27FC236}">
                <a16:creationId xmlns:a16="http://schemas.microsoft.com/office/drawing/2014/main" id="{DC787173-E508-8132-EEFF-566FFDF50E6B}"/>
              </a:ext>
            </a:extLst>
          </p:cNvPr>
          <p:cNvSpPr/>
          <p:nvPr/>
        </p:nvSpPr>
        <p:spPr>
          <a:xfrm>
            <a:off x="4147454" y="2829757"/>
            <a:ext cx="2679655" cy="503679"/>
          </a:xfrm>
          <a:prstGeom prst="roundRect">
            <a:avLst>
              <a:gd name="adj" fmla="val 6641"/>
            </a:avLst>
          </a:prstGeom>
          <a:solidFill>
            <a:schemeClr val="bg1"/>
          </a:solidFill>
          <a:ln>
            <a:solidFill>
              <a:schemeClr val="bg1">
                <a:lumMod val="95000"/>
              </a:schemeClr>
            </a:solidFill>
          </a:ln>
          <a:effectLst>
            <a:outerShdw blurRad="185246" dist="22914" dir="540000" sx="97750" sy="97750" algn="ctr" rotWithShape="0">
              <a:schemeClr val="bg1">
                <a:lumMod val="75000"/>
                <a:alpha val="43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tr-TR" dirty="0">
              <a:latin typeface="Calibri" panose="020F0502020204030204" pitchFamily="34" charset="0"/>
              <a:ea typeface="Calibri" panose="020F0502020204030204" pitchFamily="34" charset="0"/>
              <a:cs typeface="Calibri" panose="020F0502020204030204" pitchFamily="34" charset="0"/>
            </a:endParaRPr>
          </a:p>
        </p:txBody>
      </p:sp>
      <p:sp>
        <p:nvSpPr>
          <p:cNvPr id="35" name="Metin kutusu 34">
            <a:extLst>
              <a:ext uri="{FF2B5EF4-FFF2-40B4-BE49-F238E27FC236}">
                <a16:creationId xmlns:a16="http://schemas.microsoft.com/office/drawing/2014/main" id="{C2CF9ACD-76F3-75D5-6F90-1567F8F32CE9}"/>
              </a:ext>
            </a:extLst>
          </p:cNvPr>
          <p:cNvSpPr txBox="1"/>
          <p:nvPr/>
        </p:nvSpPr>
        <p:spPr>
          <a:xfrm>
            <a:off x="4512048" y="2795178"/>
            <a:ext cx="1950467" cy="523220"/>
          </a:xfrm>
          <a:prstGeom prst="rect">
            <a:avLst/>
          </a:prstGeom>
          <a:noFill/>
        </p:spPr>
        <p:txBody>
          <a:bodyPr wrap="square" rtlCol="0">
            <a:spAutoFit/>
          </a:bodyPr>
          <a:lstStyle/>
          <a:p>
            <a:pPr algn="ctr"/>
            <a:r>
              <a:rPr lang="tr-TR" sz="1400" b="1" dirty="0">
                <a:solidFill>
                  <a:srgbClr val="374151"/>
                </a:solidFill>
                <a:latin typeface="Calibri" panose="020F0502020204030204" pitchFamily="34" charset="0"/>
                <a:ea typeface="Calibri" panose="020F0502020204030204" pitchFamily="34" charset="0"/>
                <a:cs typeface="Calibri" panose="020F0502020204030204" pitchFamily="34" charset="0"/>
              </a:rPr>
              <a:t>Uygulanabilirlik ve Entegrasyon</a:t>
            </a:r>
          </a:p>
        </p:txBody>
      </p:sp>
      <p:sp>
        <p:nvSpPr>
          <p:cNvPr id="36" name="Metin kutusu 35">
            <a:extLst>
              <a:ext uri="{FF2B5EF4-FFF2-40B4-BE49-F238E27FC236}">
                <a16:creationId xmlns:a16="http://schemas.microsoft.com/office/drawing/2014/main" id="{1D909BBC-7DA2-EDAC-304D-F92967B45B10}"/>
              </a:ext>
            </a:extLst>
          </p:cNvPr>
          <p:cNvSpPr txBox="1"/>
          <p:nvPr/>
        </p:nvSpPr>
        <p:spPr>
          <a:xfrm>
            <a:off x="6983598" y="2808583"/>
            <a:ext cx="5351658" cy="584775"/>
          </a:xfrm>
          <a:prstGeom prst="rect">
            <a:avLst/>
          </a:prstGeom>
          <a:noFill/>
        </p:spPr>
        <p:txBody>
          <a:bodyPr wrap="square" rtlCol="0">
            <a:spAutoFit/>
          </a:bodyPr>
          <a:lstStyle/>
          <a:p>
            <a:r>
              <a:rPr lang="tr-TR" sz="1600" dirty="0">
                <a:solidFill>
                  <a:srgbClr val="374151"/>
                </a:solidFill>
                <a:latin typeface="Calibri" panose="020F0502020204030204" pitchFamily="34" charset="0"/>
                <a:ea typeface="Calibri" panose="020F0502020204030204" pitchFamily="34" charset="0"/>
                <a:cs typeface="Calibri" panose="020F0502020204030204" pitchFamily="34" charset="0"/>
              </a:rPr>
              <a:t>Saha koşullarında uygulanabilirlik, uçtan uca yaklaşım ve mevcut sistemlerle entegrasyon kabiliyeti</a:t>
            </a:r>
          </a:p>
        </p:txBody>
      </p:sp>
      <p:sp>
        <p:nvSpPr>
          <p:cNvPr id="39" name="Metin kutusu 38">
            <a:extLst>
              <a:ext uri="{FF2B5EF4-FFF2-40B4-BE49-F238E27FC236}">
                <a16:creationId xmlns:a16="http://schemas.microsoft.com/office/drawing/2014/main" id="{5183207B-ED6A-BE5C-EEDE-0007C57BB66C}"/>
              </a:ext>
            </a:extLst>
          </p:cNvPr>
          <p:cNvSpPr txBox="1"/>
          <p:nvPr/>
        </p:nvSpPr>
        <p:spPr>
          <a:xfrm>
            <a:off x="6983598" y="3591363"/>
            <a:ext cx="5113914" cy="338554"/>
          </a:xfrm>
          <a:prstGeom prst="rect">
            <a:avLst/>
          </a:prstGeom>
          <a:noFill/>
        </p:spPr>
        <p:txBody>
          <a:bodyPr wrap="square" rtlCol="0">
            <a:spAutoFit/>
          </a:bodyPr>
          <a:lstStyle/>
          <a:p>
            <a:r>
              <a:rPr lang="tr-TR" sz="1600" dirty="0">
                <a:solidFill>
                  <a:srgbClr val="374151"/>
                </a:solidFill>
                <a:latin typeface="Calibri" panose="020F0502020204030204" pitchFamily="34" charset="0"/>
                <a:ea typeface="Calibri" panose="020F0502020204030204" pitchFamily="34" charset="0"/>
                <a:cs typeface="Calibri" panose="020F0502020204030204" pitchFamily="34" charset="0"/>
              </a:rPr>
              <a:t>Sağlanan fayda, maliyet etkinliği ve yenilikçilik düzeyi</a:t>
            </a:r>
          </a:p>
        </p:txBody>
      </p:sp>
      <p:sp>
        <p:nvSpPr>
          <p:cNvPr id="46" name="Metin kutusu 45">
            <a:extLst>
              <a:ext uri="{FF2B5EF4-FFF2-40B4-BE49-F238E27FC236}">
                <a16:creationId xmlns:a16="http://schemas.microsoft.com/office/drawing/2014/main" id="{46C8A6F0-02F9-169C-1D58-12DB3060F01F}"/>
              </a:ext>
            </a:extLst>
          </p:cNvPr>
          <p:cNvSpPr txBox="1"/>
          <p:nvPr/>
        </p:nvSpPr>
        <p:spPr>
          <a:xfrm>
            <a:off x="6983597" y="4138630"/>
            <a:ext cx="5013331" cy="338554"/>
          </a:xfrm>
          <a:prstGeom prst="rect">
            <a:avLst/>
          </a:prstGeom>
          <a:noFill/>
        </p:spPr>
        <p:txBody>
          <a:bodyPr wrap="square" rtlCol="0">
            <a:spAutoFit/>
          </a:bodyPr>
          <a:lstStyle/>
          <a:p>
            <a:r>
              <a:rPr lang="tr-TR" sz="1600" dirty="0">
                <a:solidFill>
                  <a:srgbClr val="374151"/>
                </a:solidFill>
                <a:latin typeface="Calibri" panose="020F0502020204030204" pitchFamily="34" charset="0"/>
                <a:ea typeface="Calibri" panose="020F0502020204030204" pitchFamily="34" charset="0"/>
                <a:cs typeface="Calibri" panose="020F0502020204030204" pitchFamily="34" charset="0"/>
              </a:rPr>
              <a:t>Farklı sahalara uygulanabilirlik</a:t>
            </a:r>
          </a:p>
        </p:txBody>
      </p:sp>
      <p:sp>
        <p:nvSpPr>
          <p:cNvPr id="49" name="Yuvarlatılmış Dikdörtgen 48">
            <a:extLst>
              <a:ext uri="{FF2B5EF4-FFF2-40B4-BE49-F238E27FC236}">
                <a16:creationId xmlns:a16="http://schemas.microsoft.com/office/drawing/2014/main" id="{E267893C-BAC0-2870-0570-640A82C62374}"/>
              </a:ext>
            </a:extLst>
          </p:cNvPr>
          <p:cNvSpPr/>
          <p:nvPr/>
        </p:nvSpPr>
        <p:spPr>
          <a:xfrm>
            <a:off x="4147454" y="4168695"/>
            <a:ext cx="2679655" cy="503679"/>
          </a:xfrm>
          <a:prstGeom prst="roundRect">
            <a:avLst>
              <a:gd name="adj" fmla="val 6641"/>
            </a:avLst>
          </a:prstGeom>
          <a:solidFill>
            <a:schemeClr val="bg1"/>
          </a:solidFill>
          <a:ln>
            <a:solidFill>
              <a:schemeClr val="bg1">
                <a:lumMod val="95000"/>
              </a:schemeClr>
            </a:solidFill>
          </a:ln>
          <a:effectLst>
            <a:outerShdw blurRad="185246" dist="22914" dir="540000" sx="97750" sy="97750" algn="ctr" rotWithShape="0">
              <a:schemeClr val="bg1">
                <a:lumMod val="75000"/>
                <a:alpha val="43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tr-TR" dirty="0">
              <a:latin typeface="Calibri" panose="020F0502020204030204" pitchFamily="34" charset="0"/>
              <a:ea typeface="Calibri" panose="020F0502020204030204" pitchFamily="34" charset="0"/>
              <a:cs typeface="Calibri" panose="020F0502020204030204" pitchFamily="34" charset="0"/>
            </a:endParaRPr>
          </a:p>
        </p:txBody>
      </p:sp>
      <p:sp>
        <p:nvSpPr>
          <p:cNvPr id="45" name="Metin kutusu 44">
            <a:extLst>
              <a:ext uri="{FF2B5EF4-FFF2-40B4-BE49-F238E27FC236}">
                <a16:creationId xmlns:a16="http://schemas.microsoft.com/office/drawing/2014/main" id="{F2AA612B-9E3B-4A90-311C-0165DF9945CA}"/>
              </a:ext>
            </a:extLst>
          </p:cNvPr>
          <p:cNvSpPr txBox="1"/>
          <p:nvPr/>
        </p:nvSpPr>
        <p:spPr>
          <a:xfrm>
            <a:off x="4512047" y="4180897"/>
            <a:ext cx="1950467" cy="307777"/>
          </a:xfrm>
          <a:prstGeom prst="rect">
            <a:avLst/>
          </a:prstGeom>
          <a:noFill/>
        </p:spPr>
        <p:txBody>
          <a:bodyPr wrap="square" rtlCol="0">
            <a:spAutoFit/>
          </a:bodyPr>
          <a:lstStyle/>
          <a:p>
            <a:pPr algn="ctr"/>
            <a:r>
              <a:rPr lang="tr-TR" sz="1400" b="1" dirty="0">
                <a:solidFill>
                  <a:srgbClr val="374151"/>
                </a:solidFill>
                <a:latin typeface="Calibri" panose="020F0502020204030204" pitchFamily="34" charset="0"/>
                <a:ea typeface="Calibri" panose="020F0502020204030204" pitchFamily="34" charset="0"/>
                <a:cs typeface="Calibri" panose="020F0502020204030204" pitchFamily="34" charset="0"/>
              </a:rPr>
              <a:t>Ölçeklenebilirlik</a:t>
            </a:r>
          </a:p>
        </p:txBody>
      </p:sp>
      <p:sp>
        <p:nvSpPr>
          <p:cNvPr id="50" name="Yuvarlatılmış Dikdörtgen 49">
            <a:extLst>
              <a:ext uri="{FF2B5EF4-FFF2-40B4-BE49-F238E27FC236}">
                <a16:creationId xmlns:a16="http://schemas.microsoft.com/office/drawing/2014/main" id="{C04170BD-9EEC-D718-EC55-2E2E31167261}"/>
              </a:ext>
            </a:extLst>
          </p:cNvPr>
          <p:cNvSpPr/>
          <p:nvPr/>
        </p:nvSpPr>
        <p:spPr>
          <a:xfrm>
            <a:off x="4147454" y="3511700"/>
            <a:ext cx="2679655" cy="503679"/>
          </a:xfrm>
          <a:prstGeom prst="roundRect">
            <a:avLst>
              <a:gd name="adj" fmla="val 6641"/>
            </a:avLst>
          </a:prstGeom>
          <a:solidFill>
            <a:schemeClr val="bg1"/>
          </a:solidFill>
          <a:ln>
            <a:solidFill>
              <a:schemeClr val="bg1">
                <a:lumMod val="95000"/>
              </a:schemeClr>
            </a:solidFill>
          </a:ln>
          <a:effectLst>
            <a:outerShdw blurRad="185246" dist="22914" dir="540000" sx="97750" sy="97750" algn="ctr" rotWithShape="0">
              <a:schemeClr val="bg1">
                <a:lumMod val="75000"/>
                <a:alpha val="43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tr-TR" dirty="0">
              <a:latin typeface="Calibri" panose="020F0502020204030204" pitchFamily="34" charset="0"/>
              <a:ea typeface="Calibri" panose="020F0502020204030204" pitchFamily="34" charset="0"/>
              <a:cs typeface="Calibri" panose="020F0502020204030204" pitchFamily="34" charset="0"/>
            </a:endParaRPr>
          </a:p>
        </p:txBody>
      </p:sp>
      <p:sp>
        <p:nvSpPr>
          <p:cNvPr id="38" name="Metin kutusu 37">
            <a:extLst>
              <a:ext uri="{FF2B5EF4-FFF2-40B4-BE49-F238E27FC236}">
                <a16:creationId xmlns:a16="http://schemas.microsoft.com/office/drawing/2014/main" id="{028E6467-932A-B546-157C-2CE7EC81C534}"/>
              </a:ext>
            </a:extLst>
          </p:cNvPr>
          <p:cNvSpPr txBox="1"/>
          <p:nvPr/>
        </p:nvSpPr>
        <p:spPr>
          <a:xfrm>
            <a:off x="4291262" y="3609651"/>
            <a:ext cx="2392038" cy="307777"/>
          </a:xfrm>
          <a:prstGeom prst="rect">
            <a:avLst/>
          </a:prstGeom>
          <a:noFill/>
        </p:spPr>
        <p:txBody>
          <a:bodyPr wrap="square" rtlCol="0">
            <a:spAutoFit/>
          </a:bodyPr>
          <a:lstStyle/>
          <a:p>
            <a:pPr algn="ctr"/>
            <a:r>
              <a:rPr lang="tr-TR" sz="1400" b="1" dirty="0">
                <a:solidFill>
                  <a:srgbClr val="374151"/>
                </a:solidFill>
                <a:latin typeface="Calibri" panose="020F0502020204030204" pitchFamily="34" charset="0"/>
                <a:ea typeface="Calibri" panose="020F0502020204030204" pitchFamily="34" charset="0"/>
                <a:cs typeface="Calibri" panose="020F0502020204030204" pitchFamily="34" charset="0"/>
              </a:rPr>
              <a:t>Maliyet ve Yenilikçilik</a:t>
            </a:r>
          </a:p>
        </p:txBody>
      </p:sp>
    </p:spTree>
    <p:extLst>
      <p:ext uri="{BB962C8B-B14F-4D97-AF65-F5344CB8AC3E}">
        <p14:creationId xmlns:p14="http://schemas.microsoft.com/office/powerpoint/2010/main" val="3270602404"/>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with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fade">
                                      <p:cBhvr>
                                        <p:cTn id="7" dur="1000"/>
                                        <p:tgtEl>
                                          <p:spTgt spid="15"/>
                                        </p:tgtEl>
                                      </p:cBhvr>
                                    </p:animEffect>
                                    <p:anim calcmode="lin" valueType="num">
                                      <p:cBhvr>
                                        <p:cTn id="8" dur="1000" fill="hold"/>
                                        <p:tgtEl>
                                          <p:spTgt spid="15"/>
                                        </p:tgtEl>
                                        <p:attrNameLst>
                                          <p:attrName>ppt_x</p:attrName>
                                        </p:attrNameLst>
                                      </p:cBhvr>
                                      <p:tavLst>
                                        <p:tav tm="0">
                                          <p:val>
                                            <p:strVal val="#ppt_x"/>
                                          </p:val>
                                        </p:tav>
                                        <p:tav tm="100000">
                                          <p:val>
                                            <p:strVal val="#ppt_x"/>
                                          </p:val>
                                        </p:tav>
                                      </p:tavLst>
                                    </p:anim>
                                    <p:anim calcmode="lin" valueType="num">
                                      <p:cBhvr>
                                        <p:cTn id="9" dur="1000" fill="hold"/>
                                        <p:tgtEl>
                                          <p:spTgt spid="15"/>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14"/>
                                        </p:tgtEl>
                                        <p:attrNameLst>
                                          <p:attrName>style.visibility</p:attrName>
                                        </p:attrNameLst>
                                      </p:cBhvr>
                                      <p:to>
                                        <p:strVal val="visible"/>
                                      </p:to>
                                    </p:set>
                                    <p:animEffect transition="in" filter="fade">
                                      <p:cBhvr>
                                        <p:cTn id="12" dur="1000"/>
                                        <p:tgtEl>
                                          <p:spTgt spid="14"/>
                                        </p:tgtEl>
                                      </p:cBhvr>
                                    </p:animEffect>
                                    <p:anim calcmode="lin" valueType="num">
                                      <p:cBhvr>
                                        <p:cTn id="13" dur="1000" fill="hold"/>
                                        <p:tgtEl>
                                          <p:spTgt spid="14"/>
                                        </p:tgtEl>
                                        <p:attrNameLst>
                                          <p:attrName>ppt_x</p:attrName>
                                        </p:attrNameLst>
                                      </p:cBhvr>
                                      <p:tavLst>
                                        <p:tav tm="0">
                                          <p:val>
                                            <p:strVal val="#ppt_x"/>
                                          </p:val>
                                        </p:tav>
                                        <p:tav tm="100000">
                                          <p:val>
                                            <p:strVal val="#ppt_x"/>
                                          </p:val>
                                        </p:tav>
                                      </p:tavLst>
                                    </p:anim>
                                    <p:anim calcmode="lin" valueType="num">
                                      <p:cBhvr>
                                        <p:cTn id="14" dur="1000" fill="hold"/>
                                        <p:tgtEl>
                                          <p:spTgt spid="14"/>
                                        </p:tgtEl>
                                        <p:attrNameLst>
                                          <p:attrName>ppt_y</p:attrName>
                                        </p:attrNameLst>
                                      </p:cBhvr>
                                      <p:tavLst>
                                        <p:tav tm="0">
                                          <p:val>
                                            <p:strVal val="#ppt_y+.1"/>
                                          </p:val>
                                        </p:tav>
                                        <p:tav tm="100000">
                                          <p:val>
                                            <p:strVal val="#ppt_y"/>
                                          </p:val>
                                        </p:tav>
                                      </p:tavLst>
                                    </p:anim>
                                  </p:childTnLst>
                                </p:cTn>
                              </p:par>
                              <p:par>
                                <p:cTn id="15" presetID="42" presetClass="entr" presetSubtype="0" fill="hold" nodeType="withEffect">
                                  <p:stCondLst>
                                    <p:cond delay="0"/>
                                  </p:stCondLst>
                                  <p:childTnLst>
                                    <p:set>
                                      <p:cBhvr>
                                        <p:cTn id="16" dur="1" fill="hold">
                                          <p:stCondLst>
                                            <p:cond delay="0"/>
                                          </p:stCondLst>
                                        </p:cTn>
                                        <p:tgtEl>
                                          <p:spTgt spid="16"/>
                                        </p:tgtEl>
                                        <p:attrNameLst>
                                          <p:attrName>style.visibility</p:attrName>
                                        </p:attrNameLst>
                                      </p:cBhvr>
                                      <p:to>
                                        <p:strVal val="visible"/>
                                      </p:to>
                                    </p:set>
                                    <p:animEffect transition="in" filter="fade">
                                      <p:cBhvr>
                                        <p:cTn id="17" dur="1000"/>
                                        <p:tgtEl>
                                          <p:spTgt spid="16"/>
                                        </p:tgtEl>
                                      </p:cBhvr>
                                    </p:animEffect>
                                    <p:anim calcmode="lin" valueType="num">
                                      <p:cBhvr>
                                        <p:cTn id="18" dur="1000" fill="hold"/>
                                        <p:tgtEl>
                                          <p:spTgt spid="16"/>
                                        </p:tgtEl>
                                        <p:attrNameLst>
                                          <p:attrName>ppt_x</p:attrName>
                                        </p:attrNameLst>
                                      </p:cBhvr>
                                      <p:tavLst>
                                        <p:tav tm="0">
                                          <p:val>
                                            <p:strVal val="#ppt_x"/>
                                          </p:val>
                                        </p:tav>
                                        <p:tav tm="100000">
                                          <p:val>
                                            <p:strVal val="#ppt_x"/>
                                          </p:val>
                                        </p:tav>
                                      </p:tavLst>
                                    </p:anim>
                                    <p:anim calcmode="lin" valueType="num">
                                      <p:cBhvr>
                                        <p:cTn id="19" dur="1000" fill="hold"/>
                                        <p:tgtEl>
                                          <p:spTgt spid="1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FF37F9-AC85-37BF-0B33-4CB9C74C7A09}"/>
            </a:ext>
          </a:extLst>
        </p:cNvPr>
        <p:cNvGrpSpPr/>
        <p:nvPr/>
      </p:nvGrpSpPr>
      <p:grpSpPr>
        <a:xfrm>
          <a:off x="0" y="0"/>
          <a:ext cx="0" cy="0"/>
          <a:chOff x="0" y="0"/>
          <a:chExt cx="0" cy="0"/>
        </a:xfrm>
      </p:grpSpPr>
      <p:sp>
        <p:nvSpPr>
          <p:cNvPr id="34" name="Title 1">
            <a:extLst>
              <a:ext uri="{FF2B5EF4-FFF2-40B4-BE49-F238E27FC236}">
                <a16:creationId xmlns:a16="http://schemas.microsoft.com/office/drawing/2014/main" id="{10C60673-B339-2C85-CACF-8F3FB7E15C62}"/>
              </a:ext>
            </a:extLst>
          </p:cNvPr>
          <p:cNvSpPr txBox="1">
            <a:spLocks/>
          </p:cNvSpPr>
          <p:nvPr/>
        </p:nvSpPr>
        <p:spPr>
          <a:xfrm>
            <a:off x="602194" y="737502"/>
            <a:ext cx="8205904" cy="517001"/>
          </a:xfrm>
          <a:prstGeom prst="rect">
            <a:avLst/>
          </a:prstGeom>
        </p:spPr>
        <p:txBody>
          <a:bodyPr wrap="square" lIns="0" tIns="0" rIns="0" bIns="0">
            <a:spAutoFit/>
          </a:bodyPr>
          <a:lstStyle>
            <a:defPPr>
              <a:defRPr lang="en-US"/>
            </a:defPPr>
            <a:lvl1pPr defTabSz="1828800">
              <a:lnSpc>
                <a:spcPct val="90000"/>
              </a:lnSpc>
              <a:spcBef>
                <a:spcPct val="0"/>
              </a:spcBef>
              <a:buNone/>
              <a:defRPr sz="3200" b="1" cap="none" spc="-38" baseline="0">
                <a:latin typeface="Gilroy-RegularItalic" pitchFamily="2" charset="0"/>
                <a:ea typeface="Open Sans" panose="020B0606030504020204" pitchFamily="34" charset="0"/>
                <a:cs typeface="Open Sans" panose="020B0606030504020204" pitchFamily="34" charset="0"/>
              </a:defRPr>
            </a:lvl1pPr>
          </a:lstStyle>
          <a:p>
            <a:pPr defTabSz="2438339"/>
            <a:r>
              <a:rPr lang="tr-TR" sz="3733" spc="-51" dirty="0">
                <a:solidFill>
                  <a:srgbClr val="003CA6"/>
                </a:solidFill>
                <a:latin typeface="Calibri" panose="020F0502020204030204" pitchFamily="34" charset="0"/>
                <a:ea typeface="Calibri" panose="020F0502020204030204" pitchFamily="34" charset="0"/>
                <a:cs typeface="Calibri" panose="020F0502020204030204" pitchFamily="34" charset="0"/>
              </a:rPr>
              <a:t>Hackathon Takvimi</a:t>
            </a:r>
          </a:p>
        </p:txBody>
      </p:sp>
      <p:pic>
        <p:nvPicPr>
          <p:cNvPr id="5" name="Resim 4" descr="yazı tipi, grafik, grafik tasarım, metin içeren bir resim&#10;&#10;Yapay zeka tarafından oluşturulmuş içerik yanlış olabilir.">
            <a:extLst>
              <a:ext uri="{FF2B5EF4-FFF2-40B4-BE49-F238E27FC236}">
                <a16:creationId xmlns:a16="http://schemas.microsoft.com/office/drawing/2014/main" id="{AA9D63BC-346D-F87D-F8FF-3F9DD0300CDA}"/>
              </a:ext>
            </a:extLst>
          </p:cNvPr>
          <p:cNvPicPr>
            <a:picLocks noChangeAspect="1"/>
          </p:cNvPicPr>
          <p:nvPr/>
        </p:nvPicPr>
        <p:blipFill>
          <a:blip r:embed="rId2"/>
          <a:stretch>
            <a:fillRect/>
          </a:stretch>
        </p:blipFill>
        <p:spPr>
          <a:xfrm>
            <a:off x="10048240" y="427446"/>
            <a:ext cx="1649518" cy="568557"/>
          </a:xfrm>
          <a:prstGeom prst="rect">
            <a:avLst/>
          </a:prstGeom>
        </p:spPr>
      </p:pic>
      <p:pic>
        <p:nvPicPr>
          <p:cNvPr id="12" name="Resim 11" descr="metin, yazı tipi, grafik, poster içeren bir resim&#10;&#10;Yapay zeka tarafından oluşturulmuş içerik yanlış olabilir.">
            <a:extLst>
              <a:ext uri="{FF2B5EF4-FFF2-40B4-BE49-F238E27FC236}">
                <a16:creationId xmlns:a16="http://schemas.microsoft.com/office/drawing/2014/main" id="{73C6FB7A-0597-F392-2F51-06868128D931}"/>
              </a:ext>
            </a:extLst>
          </p:cNvPr>
          <p:cNvPicPr>
            <a:picLocks noChangeAspect="1"/>
          </p:cNvPicPr>
          <p:nvPr/>
        </p:nvPicPr>
        <p:blipFill>
          <a:blip r:embed="rId3"/>
          <a:stretch>
            <a:fillRect/>
          </a:stretch>
        </p:blipFill>
        <p:spPr>
          <a:xfrm>
            <a:off x="598430" y="5487444"/>
            <a:ext cx="832805" cy="943110"/>
          </a:xfrm>
          <a:prstGeom prst="rect">
            <a:avLst/>
          </a:prstGeom>
        </p:spPr>
      </p:pic>
      <p:pic>
        <p:nvPicPr>
          <p:cNvPr id="14" name="Resim 13" descr="portakal, turuncu, tasarım, yaratıcılık içeren bir resim&#10;&#10;Yapay zeka tarafından oluşturulmuş içerik yanlış olabilir.">
            <a:extLst>
              <a:ext uri="{FF2B5EF4-FFF2-40B4-BE49-F238E27FC236}">
                <a16:creationId xmlns:a16="http://schemas.microsoft.com/office/drawing/2014/main" id="{435F7EE0-795C-E2B8-A528-4F6CE11601E8}"/>
              </a:ext>
            </a:extLst>
          </p:cNvPr>
          <p:cNvPicPr>
            <a:picLocks noChangeAspect="1"/>
          </p:cNvPicPr>
          <p:nvPr/>
        </p:nvPicPr>
        <p:blipFill>
          <a:blip r:embed="rId4"/>
          <a:srcRect b="52813"/>
          <a:stretch>
            <a:fillRect/>
          </a:stretch>
        </p:blipFill>
        <p:spPr>
          <a:xfrm>
            <a:off x="10212945" y="4983075"/>
            <a:ext cx="2040280" cy="1975865"/>
          </a:xfrm>
          <a:prstGeom prst="rect">
            <a:avLst/>
          </a:prstGeom>
        </p:spPr>
      </p:pic>
      <p:pic>
        <p:nvPicPr>
          <p:cNvPr id="15" name="Resim 14" descr="yeşil, tasarım içeren bir resim&#10;&#10;Yapay zeka tarafından oluşturulmuş içerik yanlış olabilir.">
            <a:extLst>
              <a:ext uri="{FF2B5EF4-FFF2-40B4-BE49-F238E27FC236}">
                <a16:creationId xmlns:a16="http://schemas.microsoft.com/office/drawing/2014/main" id="{033D5252-81D6-CB26-ADC1-E98CAB6AD0B0}"/>
              </a:ext>
            </a:extLst>
          </p:cNvPr>
          <p:cNvPicPr>
            <a:picLocks noChangeAspect="1"/>
          </p:cNvPicPr>
          <p:nvPr/>
        </p:nvPicPr>
        <p:blipFill>
          <a:blip r:embed="rId5"/>
          <a:srcRect b="20626"/>
          <a:stretch>
            <a:fillRect/>
          </a:stretch>
        </p:blipFill>
        <p:spPr>
          <a:xfrm>
            <a:off x="11513820" y="5297122"/>
            <a:ext cx="1020296" cy="1661818"/>
          </a:xfrm>
          <a:prstGeom prst="rect">
            <a:avLst/>
          </a:prstGeom>
        </p:spPr>
      </p:pic>
      <p:pic>
        <p:nvPicPr>
          <p:cNvPr id="16" name="Resim 15" descr="meneviş mavisi, ekran görüntüsü, mavi, tasarım içeren bir resim&#10;&#10;Yapay zeka tarafından oluşturulmuş içerik yanlış olabilir.">
            <a:extLst>
              <a:ext uri="{FF2B5EF4-FFF2-40B4-BE49-F238E27FC236}">
                <a16:creationId xmlns:a16="http://schemas.microsoft.com/office/drawing/2014/main" id="{AE4B7226-7C00-1601-6704-6686D0FA62C8}"/>
              </a:ext>
            </a:extLst>
          </p:cNvPr>
          <p:cNvPicPr>
            <a:picLocks noChangeAspect="1"/>
          </p:cNvPicPr>
          <p:nvPr/>
        </p:nvPicPr>
        <p:blipFill>
          <a:blip r:embed="rId6"/>
          <a:srcRect b="53491"/>
          <a:stretch>
            <a:fillRect/>
          </a:stretch>
        </p:blipFill>
        <p:spPr>
          <a:xfrm>
            <a:off x="10396101" y="6145235"/>
            <a:ext cx="852455" cy="813705"/>
          </a:xfrm>
          <a:prstGeom prst="rect">
            <a:avLst/>
          </a:prstGeom>
        </p:spPr>
      </p:pic>
      <p:cxnSp>
        <p:nvCxnSpPr>
          <p:cNvPr id="52" name="Straight Connector 4">
            <a:extLst>
              <a:ext uri="{FF2B5EF4-FFF2-40B4-BE49-F238E27FC236}">
                <a16:creationId xmlns:a16="http://schemas.microsoft.com/office/drawing/2014/main" id="{11CF91BB-2CFD-B4E9-02F7-404C0B6F9F68}"/>
              </a:ext>
            </a:extLst>
          </p:cNvPr>
          <p:cNvCxnSpPr>
            <a:cxnSpLocks/>
          </p:cNvCxnSpPr>
          <p:nvPr/>
        </p:nvCxnSpPr>
        <p:spPr>
          <a:xfrm>
            <a:off x="660702" y="1470944"/>
            <a:ext cx="672767" cy="0"/>
          </a:xfrm>
          <a:prstGeom prst="line">
            <a:avLst/>
          </a:prstGeom>
          <a:noFill/>
          <a:ln w="76200" cap="rnd" cmpd="sng" algn="ctr">
            <a:gradFill flip="none" rotWithShape="1">
              <a:gsLst>
                <a:gs pos="53000">
                  <a:srgbClr val="E86024"/>
                </a:gs>
                <a:gs pos="99000">
                  <a:srgbClr val="D31467"/>
                </a:gs>
              </a:gsLst>
              <a:lin ang="18900000" scaled="1"/>
              <a:tileRect/>
            </a:gradFill>
            <a:prstDash val="solid"/>
            <a:round/>
          </a:ln>
          <a:effectLst/>
        </p:spPr>
      </p:cxnSp>
      <p:sp>
        <p:nvSpPr>
          <p:cNvPr id="401" name="MonthLabel401"/>
          <p:cNvSpPr txBox="1"/>
          <p:nvPr/>
        </p:nvSpPr>
        <p:spPr>
          <a:xfrm>
            <a:off x="3150000" y="1480000"/>
            <a:ext cx="800000" cy="240000"/>
          </a:xfrm>
          <a:prstGeom prst="rect">
            <a:avLst/>
          </a:prstGeom>
          <a:noFill/>
        </p:spPr>
        <p:txBody>
          <a:bodyPr wrap="square" lIns="0" tIns="0" rIns="0" bIns="0" anchor="ctr">
            <a:noAutofit/>
          </a:bodyPr>
          <a:lstStyle/>
          <a:p>
            <a:pPr algn="ctr"/>
            <a:r>
              <a:rPr lang="tr-TR" sz="1050" b="1" dirty="0">
                <a:solidFill>
                  <a:srgbClr val="003CA6"/>
                </a:solidFill>
                <a:latin typeface="Calibri" panose="020F0502020204030204" pitchFamily="34" charset="0"/>
                <a:ea typeface="Calibri" panose="020F0502020204030204" pitchFamily="34" charset="0"/>
                <a:cs typeface="Calibri" panose="020F0502020204030204" pitchFamily="34" charset="0"/>
              </a:rPr>
              <a:t>Haziran</a:t>
            </a:r>
          </a:p>
        </p:txBody>
      </p:sp>
      <p:cxnSp>
        <p:nvCxnSpPr>
          <p:cNvPr id="402" name="GridLine402"/>
          <p:cNvCxnSpPr/>
          <p:nvPr/>
        </p:nvCxnSpPr>
        <p:spPr>
          <a:xfrm>
            <a:off x="3550000" y="1830000"/>
            <a:ext cx="0" cy="3620000"/>
          </a:xfrm>
          <a:prstGeom prst="line">
            <a:avLst/>
          </a:prstGeom>
          <a:ln w="9525">
            <a:solidFill>
              <a:srgbClr val="D9D9D9"/>
            </a:solidFill>
            <a:prstDash val="dash"/>
          </a:ln>
        </p:spPr>
        <p:style>
          <a:lnRef idx="1">
            <a:schemeClr val="accent1"/>
          </a:lnRef>
          <a:fillRef idx="0">
            <a:schemeClr val="accent1"/>
          </a:fillRef>
          <a:effectRef idx="0">
            <a:schemeClr val="accent1"/>
          </a:effectRef>
          <a:fontRef idx="minor">
            <a:schemeClr val="tx1"/>
          </a:fontRef>
        </p:style>
      </p:cxnSp>
      <p:sp>
        <p:nvSpPr>
          <p:cNvPr id="403" name="MonthLabel403"/>
          <p:cNvSpPr txBox="1"/>
          <p:nvPr/>
        </p:nvSpPr>
        <p:spPr>
          <a:xfrm>
            <a:off x="4985820" y="1480000"/>
            <a:ext cx="800000" cy="240000"/>
          </a:xfrm>
          <a:prstGeom prst="rect">
            <a:avLst/>
          </a:prstGeom>
          <a:noFill/>
        </p:spPr>
        <p:txBody>
          <a:bodyPr wrap="square" lIns="0" tIns="0" rIns="0" bIns="0" anchor="ctr">
            <a:noAutofit/>
          </a:bodyPr>
          <a:lstStyle/>
          <a:p>
            <a:pPr algn="ctr"/>
            <a:r>
              <a:rPr lang="tr-TR" sz="1050" b="1" dirty="0">
                <a:solidFill>
                  <a:srgbClr val="003CA6"/>
                </a:solidFill>
                <a:latin typeface="Calibri" panose="020F0502020204030204" pitchFamily="34" charset="0"/>
                <a:ea typeface="Calibri" panose="020F0502020204030204" pitchFamily="34" charset="0"/>
                <a:cs typeface="Calibri" panose="020F0502020204030204" pitchFamily="34" charset="0"/>
              </a:rPr>
              <a:t>Temmuz</a:t>
            </a:r>
          </a:p>
        </p:txBody>
      </p:sp>
      <p:cxnSp>
        <p:nvCxnSpPr>
          <p:cNvPr id="404" name="GridLine404"/>
          <p:cNvCxnSpPr/>
          <p:nvPr/>
        </p:nvCxnSpPr>
        <p:spPr>
          <a:xfrm>
            <a:off x="5385820" y="1830000"/>
            <a:ext cx="0" cy="3620000"/>
          </a:xfrm>
          <a:prstGeom prst="line">
            <a:avLst/>
          </a:prstGeom>
          <a:ln w="9525">
            <a:solidFill>
              <a:srgbClr val="D9D9D9"/>
            </a:solidFill>
            <a:prstDash val="dash"/>
          </a:ln>
        </p:spPr>
        <p:style>
          <a:lnRef idx="1">
            <a:schemeClr val="accent1"/>
          </a:lnRef>
          <a:fillRef idx="0">
            <a:schemeClr val="accent1"/>
          </a:fillRef>
          <a:effectRef idx="0">
            <a:schemeClr val="accent1"/>
          </a:effectRef>
          <a:fontRef idx="minor">
            <a:schemeClr val="tx1"/>
          </a:fontRef>
        </p:style>
      </p:cxnSp>
      <p:sp>
        <p:nvSpPr>
          <p:cNvPr id="405" name="MonthLabel405"/>
          <p:cNvSpPr txBox="1"/>
          <p:nvPr/>
        </p:nvSpPr>
        <p:spPr>
          <a:xfrm>
            <a:off x="6882835" y="1480000"/>
            <a:ext cx="800000" cy="240000"/>
          </a:xfrm>
          <a:prstGeom prst="rect">
            <a:avLst/>
          </a:prstGeom>
          <a:noFill/>
        </p:spPr>
        <p:txBody>
          <a:bodyPr wrap="square" lIns="0" tIns="0" rIns="0" bIns="0" anchor="ctr">
            <a:noAutofit/>
          </a:bodyPr>
          <a:lstStyle/>
          <a:p>
            <a:pPr algn="ctr"/>
            <a:r>
              <a:rPr lang="tr-TR" sz="1050" b="1" dirty="0">
                <a:solidFill>
                  <a:srgbClr val="003CA6"/>
                </a:solidFill>
                <a:latin typeface="Calibri" panose="020F0502020204030204" pitchFamily="34" charset="0"/>
                <a:ea typeface="Calibri" panose="020F0502020204030204" pitchFamily="34" charset="0"/>
                <a:cs typeface="Calibri" panose="020F0502020204030204" pitchFamily="34" charset="0"/>
              </a:rPr>
              <a:t>Ağustos</a:t>
            </a:r>
          </a:p>
        </p:txBody>
      </p:sp>
      <p:cxnSp>
        <p:nvCxnSpPr>
          <p:cNvPr id="406" name="GridLine406"/>
          <p:cNvCxnSpPr/>
          <p:nvPr/>
        </p:nvCxnSpPr>
        <p:spPr>
          <a:xfrm>
            <a:off x="7282835" y="1830000"/>
            <a:ext cx="0" cy="3620000"/>
          </a:xfrm>
          <a:prstGeom prst="line">
            <a:avLst/>
          </a:prstGeom>
          <a:ln w="9525">
            <a:solidFill>
              <a:srgbClr val="D9D9D9"/>
            </a:solidFill>
            <a:prstDash val="dash"/>
          </a:ln>
        </p:spPr>
        <p:style>
          <a:lnRef idx="1">
            <a:schemeClr val="accent1"/>
          </a:lnRef>
          <a:fillRef idx="0">
            <a:schemeClr val="accent1"/>
          </a:fillRef>
          <a:effectRef idx="0">
            <a:schemeClr val="accent1"/>
          </a:effectRef>
          <a:fontRef idx="minor">
            <a:schemeClr val="tx1"/>
          </a:fontRef>
        </p:style>
      </p:cxnSp>
      <p:sp>
        <p:nvSpPr>
          <p:cNvPr id="407" name="MonthLabel407"/>
          <p:cNvSpPr txBox="1"/>
          <p:nvPr/>
        </p:nvSpPr>
        <p:spPr>
          <a:xfrm>
            <a:off x="8779850" y="1480000"/>
            <a:ext cx="800000" cy="240000"/>
          </a:xfrm>
          <a:prstGeom prst="rect">
            <a:avLst/>
          </a:prstGeom>
          <a:noFill/>
        </p:spPr>
        <p:txBody>
          <a:bodyPr wrap="square" lIns="0" tIns="0" rIns="0" bIns="0" anchor="ctr">
            <a:noAutofit/>
          </a:bodyPr>
          <a:lstStyle/>
          <a:p>
            <a:pPr algn="ctr"/>
            <a:r>
              <a:rPr lang="tr-TR" sz="1050" b="1" dirty="0">
                <a:solidFill>
                  <a:srgbClr val="003CA6"/>
                </a:solidFill>
                <a:latin typeface="Calibri" panose="020F0502020204030204" pitchFamily="34" charset="0"/>
                <a:ea typeface="Calibri" panose="020F0502020204030204" pitchFamily="34" charset="0"/>
                <a:cs typeface="Calibri" panose="020F0502020204030204" pitchFamily="34" charset="0"/>
              </a:rPr>
              <a:t>Eylül</a:t>
            </a:r>
          </a:p>
        </p:txBody>
      </p:sp>
      <p:cxnSp>
        <p:nvCxnSpPr>
          <p:cNvPr id="408" name="GridLine408"/>
          <p:cNvCxnSpPr/>
          <p:nvPr/>
        </p:nvCxnSpPr>
        <p:spPr>
          <a:xfrm>
            <a:off x="9179850" y="1830000"/>
            <a:ext cx="0" cy="3620000"/>
          </a:xfrm>
          <a:prstGeom prst="line">
            <a:avLst/>
          </a:prstGeom>
          <a:ln w="9525">
            <a:solidFill>
              <a:srgbClr val="D9D9D9"/>
            </a:solidFill>
            <a:prstDash val="dash"/>
          </a:ln>
        </p:spPr>
        <p:style>
          <a:lnRef idx="1">
            <a:schemeClr val="accent1"/>
          </a:lnRef>
          <a:fillRef idx="0">
            <a:schemeClr val="accent1"/>
          </a:fillRef>
          <a:effectRef idx="0">
            <a:schemeClr val="accent1"/>
          </a:effectRef>
          <a:fontRef idx="minor">
            <a:schemeClr val="tx1"/>
          </a:fontRef>
        </p:style>
      </p:cxnSp>
      <p:sp>
        <p:nvSpPr>
          <p:cNvPr id="409" name="MonthLabel409"/>
          <p:cNvSpPr txBox="1"/>
          <p:nvPr/>
        </p:nvSpPr>
        <p:spPr>
          <a:xfrm>
            <a:off x="10615671" y="1480000"/>
            <a:ext cx="800000" cy="240000"/>
          </a:xfrm>
          <a:prstGeom prst="rect">
            <a:avLst/>
          </a:prstGeom>
          <a:noFill/>
        </p:spPr>
        <p:txBody>
          <a:bodyPr wrap="square" lIns="0" tIns="0" rIns="0" bIns="0" anchor="ctr">
            <a:noAutofit/>
          </a:bodyPr>
          <a:lstStyle/>
          <a:p>
            <a:pPr algn="ctr"/>
            <a:r>
              <a:rPr lang="tr-TR" sz="1050" b="1" dirty="0">
                <a:solidFill>
                  <a:srgbClr val="003CA6"/>
                </a:solidFill>
                <a:latin typeface="Calibri" panose="020F0502020204030204" pitchFamily="34" charset="0"/>
                <a:ea typeface="Calibri" panose="020F0502020204030204" pitchFamily="34" charset="0"/>
                <a:cs typeface="Calibri" panose="020F0502020204030204" pitchFamily="34" charset="0"/>
              </a:rPr>
              <a:t>Ekim</a:t>
            </a:r>
          </a:p>
        </p:txBody>
      </p:sp>
      <p:cxnSp>
        <p:nvCxnSpPr>
          <p:cNvPr id="410" name="GridLine410"/>
          <p:cNvCxnSpPr/>
          <p:nvPr/>
        </p:nvCxnSpPr>
        <p:spPr>
          <a:xfrm>
            <a:off x="11015671" y="1830000"/>
            <a:ext cx="0" cy="3620000"/>
          </a:xfrm>
          <a:prstGeom prst="line">
            <a:avLst/>
          </a:prstGeom>
          <a:ln w="9525">
            <a:solidFill>
              <a:srgbClr val="D9D9D9"/>
            </a:solidFill>
            <a:prstDash val="dash"/>
          </a:ln>
        </p:spPr>
        <p:style>
          <a:lnRef idx="1">
            <a:schemeClr val="accent1"/>
          </a:lnRef>
          <a:fillRef idx="0">
            <a:schemeClr val="accent1"/>
          </a:fillRef>
          <a:effectRef idx="0">
            <a:schemeClr val="accent1"/>
          </a:effectRef>
          <a:fontRef idx="minor">
            <a:schemeClr val="tx1"/>
          </a:fontRef>
        </p:style>
      </p:cxnSp>
      <p:cxnSp>
        <p:nvCxnSpPr>
          <p:cNvPr id="411" name="AxisLine"/>
          <p:cNvCxnSpPr/>
          <p:nvPr/>
        </p:nvCxnSpPr>
        <p:spPr>
          <a:xfrm>
            <a:off x="3550000" y="1830000"/>
            <a:ext cx="8200000" cy="0"/>
          </a:xfrm>
          <a:prstGeom prst="line">
            <a:avLst/>
          </a:prstGeom>
          <a:ln w="12700">
            <a:solidFill>
              <a:srgbClr val="003CA6"/>
            </a:solidFill>
          </a:ln>
        </p:spPr>
        <p:style>
          <a:lnRef idx="1">
            <a:schemeClr val="accent1"/>
          </a:lnRef>
          <a:fillRef idx="0">
            <a:schemeClr val="accent1"/>
          </a:fillRef>
          <a:effectRef idx="0">
            <a:schemeClr val="accent1"/>
          </a:effectRef>
          <a:fontRef idx="minor">
            <a:schemeClr val="tx1"/>
          </a:fontRef>
        </p:style>
      </p:cxnSp>
      <p:sp>
        <p:nvSpPr>
          <p:cNvPr id="412" name="RowLabel412"/>
          <p:cNvSpPr txBox="1"/>
          <p:nvPr/>
        </p:nvSpPr>
        <p:spPr>
          <a:xfrm>
            <a:off x="550000" y="1930000"/>
            <a:ext cx="2850000" cy="440000"/>
          </a:xfrm>
          <a:prstGeom prst="rect">
            <a:avLst/>
          </a:prstGeom>
          <a:noFill/>
        </p:spPr>
        <p:txBody>
          <a:bodyPr wrap="square" lIns="0" tIns="0" rIns="0" bIns="0" anchor="ctr">
            <a:noAutofit/>
          </a:bodyPr>
          <a:lstStyle/>
          <a:p>
            <a:pPr defTabSz="457200"/>
            <a:r>
              <a:rPr lang="tr-TR" sz="1100" b="1" dirty="0">
                <a:solidFill>
                  <a:srgbClr val="1A1A1A"/>
                </a:solidFill>
                <a:latin typeface="Calibri" panose="020F0502020204030204" pitchFamily="34" charset="0"/>
                <a:ea typeface="Calibri" panose="020F0502020204030204" pitchFamily="34" charset="0"/>
                <a:cs typeface="Calibri" panose="020F0502020204030204" pitchFamily="34" charset="0"/>
              </a:rPr>
              <a:t>Internal duyuruların başlaması</a:t>
            </a:r>
          </a:p>
          <a:p>
            <a:pPr defTabSz="457200"/>
            <a:r>
              <a:rPr lang="tr-TR" sz="1100" b="1" dirty="0">
                <a:solidFill>
                  <a:srgbClr val="FC6619"/>
                </a:solidFill>
                <a:latin typeface="Calibri" panose="020F0502020204030204" pitchFamily="34" charset="0"/>
                <a:ea typeface="Calibri" panose="020F0502020204030204" pitchFamily="34" charset="0"/>
                <a:cs typeface="Calibri" panose="020F0502020204030204" pitchFamily="34" charset="0"/>
              </a:rPr>
              <a:t>13.07.2026 – 26.07.2026</a:t>
            </a:r>
          </a:p>
        </p:txBody>
      </p:sp>
      <p:sp>
        <p:nvSpPr>
          <p:cNvPr id="413" name="Bar413"/>
          <p:cNvSpPr/>
          <p:nvPr/>
        </p:nvSpPr>
        <p:spPr>
          <a:xfrm>
            <a:off x="6120149" y="2030000"/>
            <a:ext cx="795522" cy="240000"/>
          </a:xfrm>
          <a:prstGeom prst="roundRect">
            <a:avLst>
              <a:gd name="adj" fmla="val 30000"/>
            </a:avLst>
          </a:prstGeom>
          <a:solidFill>
            <a:srgbClr val="FC6619"/>
          </a:solidFill>
          <a:ln>
            <a:noFill/>
          </a:ln>
        </p:spPr>
        <p:style>
          <a:lnRef idx="2">
            <a:schemeClr val="accent1"/>
          </a:lnRef>
          <a:fillRef idx="1">
            <a:schemeClr val="accent1"/>
          </a:fillRef>
          <a:effectRef idx="0">
            <a:schemeClr val="accent1"/>
          </a:effectRef>
          <a:fontRef idx="minor">
            <a:schemeClr val="lt1"/>
          </a:fontRef>
        </p:style>
        <p:txBody>
          <a:bodyPr/>
          <a:lstStyle/>
          <a:p>
            <a:endParaRPr lang="tr-TR" sz="1100">
              <a:latin typeface="Calibri" panose="020F0502020204030204" pitchFamily="34" charset="0"/>
              <a:ea typeface="Calibri" panose="020F0502020204030204" pitchFamily="34" charset="0"/>
              <a:cs typeface="Calibri" panose="020F0502020204030204" pitchFamily="34" charset="0"/>
            </a:endParaRPr>
          </a:p>
        </p:txBody>
      </p:sp>
      <p:cxnSp>
        <p:nvCxnSpPr>
          <p:cNvPr id="415" name="RowSep415"/>
          <p:cNvCxnSpPr/>
          <p:nvPr/>
        </p:nvCxnSpPr>
        <p:spPr>
          <a:xfrm>
            <a:off x="550000" y="2370000"/>
            <a:ext cx="11200000" cy="0"/>
          </a:xfrm>
          <a:prstGeom prst="line">
            <a:avLst/>
          </a:prstGeom>
          <a:ln w="6350">
            <a:solidFill>
              <a:srgbClr val="EDEDED"/>
            </a:solidFill>
          </a:ln>
        </p:spPr>
        <p:style>
          <a:lnRef idx="1">
            <a:schemeClr val="accent1"/>
          </a:lnRef>
          <a:fillRef idx="0">
            <a:schemeClr val="accent1"/>
          </a:fillRef>
          <a:effectRef idx="0">
            <a:schemeClr val="accent1"/>
          </a:effectRef>
          <a:fontRef idx="minor">
            <a:schemeClr val="tx1"/>
          </a:fontRef>
        </p:style>
      </p:cxnSp>
      <p:sp>
        <p:nvSpPr>
          <p:cNvPr id="416" name="RowLabel416"/>
          <p:cNvSpPr txBox="1"/>
          <p:nvPr/>
        </p:nvSpPr>
        <p:spPr>
          <a:xfrm>
            <a:off x="550000" y="2370000"/>
            <a:ext cx="2850000" cy="440000"/>
          </a:xfrm>
          <a:prstGeom prst="rect">
            <a:avLst/>
          </a:prstGeom>
          <a:noFill/>
        </p:spPr>
        <p:txBody>
          <a:bodyPr wrap="square" lIns="0" tIns="0" rIns="0" bIns="0" anchor="ctr">
            <a:noAutofit/>
          </a:bodyPr>
          <a:lstStyle/>
          <a:p>
            <a:pPr defTabSz="457200"/>
            <a:r>
              <a:rPr lang="tr-TR" sz="1100" b="1" dirty="0">
                <a:solidFill>
                  <a:srgbClr val="1A1A1A"/>
                </a:solidFill>
                <a:latin typeface="Calibri" panose="020F0502020204030204" pitchFamily="34" charset="0"/>
                <a:ea typeface="Calibri" panose="020F0502020204030204" pitchFamily="34" charset="0"/>
                <a:cs typeface="Calibri" panose="020F0502020204030204" pitchFamily="34" charset="0"/>
              </a:rPr>
              <a:t>Dış duyuruların başlaması</a:t>
            </a:r>
          </a:p>
          <a:p>
            <a:pPr defTabSz="457200"/>
            <a:r>
              <a:rPr lang="tr-TR" sz="1100" b="1" dirty="0">
                <a:solidFill>
                  <a:srgbClr val="FC6619"/>
                </a:solidFill>
                <a:latin typeface="Calibri" panose="020F0502020204030204" pitchFamily="34" charset="0"/>
                <a:ea typeface="Calibri" panose="020F0502020204030204" pitchFamily="34" charset="0"/>
                <a:cs typeface="Calibri" panose="020F0502020204030204" pitchFamily="34" charset="0"/>
              </a:rPr>
              <a:t>27.07.2026 – 26.08.2026</a:t>
            </a:r>
          </a:p>
        </p:txBody>
      </p:sp>
      <p:sp>
        <p:nvSpPr>
          <p:cNvPr id="417" name="Bar417"/>
          <p:cNvSpPr/>
          <p:nvPr/>
        </p:nvSpPr>
        <p:spPr>
          <a:xfrm>
            <a:off x="6976865" y="2470000"/>
            <a:ext cx="1835820" cy="240000"/>
          </a:xfrm>
          <a:prstGeom prst="roundRect">
            <a:avLst>
              <a:gd name="adj" fmla="val 30000"/>
            </a:avLst>
          </a:prstGeom>
          <a:solidFill>
            <a:srgbClr val="FC6619"/>
          </a:solidFill>
          <a:ln>
            <a:noFill/>
          </a:ln>
        </p:spPr>
        <p:style>
          <a:lnRef idx="2">
            <a:schemeClr val="accent1"/>
          </a:lnRef>
          <a:fillRef idx="1">
            <a:schemeClr val="accent1"/>
          </a:fillRef>
          <a:effectRef idx="0">
            <a:schemeClr val="accent1"/>
          </a:effectRef>
          <a:fontRef idx="minor">
            <a:schemeClr val="lt1"/>
          </a:fontRef>
        </p:style>
        <p:txBody>
          <a:bodyPr/>
          <a:lstStyle/>
          <a:p>
            <a:endParaRPr lang="tr-TR" sz="1100">
              <a:latin typeface="Calibri" panose="020F0502020204030204" pitchFamily="34" charset="0"/>
              <a:ea typeface="Calibri" panose="020F0502020204030204" pitchFamily="34" charset="0"/>
              <a:cs typeface="Calibri" panose="020F0502020204030204" pitchFamily="34" charset="0"/>
            </a:endParaRPr>
          </a:p>
        </p:txBody>
      </p:sp>
      <p:cxnSp>
        <p:nvCxnSpPr>
          <p:cNvPr id="419" name="RowSep419"/>
          <p:cNvCxnSpPr/>
          <p:nvPr/>
        </p:nvCxnSpPr>
        <p:spPr>
          <a:xfrm>
            <a:off x="550000" y="2821936"/>
            <a:ext cx="11200000" cy="0"/>
          </a:xfrm>
          <a:prstGeom prst="line">
            <a:avLst/>
          </a:prstGeom>
          <a:ln w="6350">
            <a:solidFill>
              <a:srgbClr val="EDEDED"/>
            </a:solidFill>
          </a:ln>
        </p:spPr>
        <p:style>
          <a:lnRef idx="1">
            <a:schemeClr val="accent1"/>
          </a:lnRef>
          <a:fillRef idx="0">
            <a:schemeClr val="accent1"/>
          </a:fillRef>
          <a:effectRef idx="0">
            <a:schemeClr val="accent1"/>
          </a:effectRef>
          <a:fontRef idx="minor">
            <a:schemeClr val="tx1"/>
          </a:fontRef>
        </p:style>
      </p:cxnSp>
      <p:sp>
        <p:nvSpPr>
          <p:cNvPr id="420" name="RowLabel420"/>
          <p:cNvSpPr txBox="1"/>
          <p:nvPr/>
        </p:nvSpPr>
        <p:spPr>
          <a:xfrm>
            <a:off x="550000" y="2810000"/>
            <a:ext cx="2850000" cy="440000"/>
          </a:xfrm>
          <a:prstGeom prst="rect">
            <a:avLst/>
          </a:prstGeom>
          <a:noFill/>
        </p:spPr>
        <p:txBody>
          <a:bodyPr wrap="square" lIns="0" tIns="0" rIns="0" bIns="0" anchor="ctr">
            <a:noAutofit/>
          </a:bodyPr>
          <a:lstStyle/>
          <a:p>
            <a:pPr defTabSz="457200"/>
            <a:r>
              <a:rPr lang="tr-TR" sz="1100" b="1" dirty="0">
                <a:solidFill>
                  <a:srgbClr val="1A1A1A"/>
                </a:solidFill>
                <a:latin typeface="Calibri" panose="020F0502020204030204" pitchFamily="34" charset="0"/>
                <a:ea typeface="Calibri" panose="020F0502020204030204" pitchFamily="34" charset="0"/>
                <a:cs typeface="Calibri" panose="020F0502020204030204" pitchFamily="34" charset="0"/>
              </a:rPr>
              <a:t>Başvuru süreci ve katılımcı seçimi</a:t>
            </a:r>
          </a:p>
          <a:p>
            <a:pPr defTabSz="457200"/>
            <a:r>
              <a:rPr lang="tr-TR" sz="1100" b="1" dirty="0">
                <a:solidFill>
                  <a:srgbClr val="FC6619"/>
                </a:solidFill>
                <a:latin typeface="Calibri" panose="020F0502020204030204" pitchFamily="34" charset="0"/>
                <a:ea typeface="Calibri" panose="020F0502020204030204" pitchFamily="34" charset="0"/>
                <a:cs typeface="Calibri" panose="020F0502020204030204" pitchFamily="34" charset="0"/>
              </a:rPr>
              <a:t>20.08.2026 – 31.08.2026</a:t>
            </a:r>
          </a:p>
        </p:txBody>
      </p:sp>
      <p:sp>
        <p:nvSpPr>
          <p:cNvPr id="421" name="Bar421"/>
          <p:cNvSpPr/>
          <p:nvPr/>
        </p:nvSpPr>
        <p:spPr>
          <a:xfrm>
            <a:off x="8445522" y="2910000"/>
            <a:ext cx="673134" cy="240000"/>
          </a:xfrm>
          <a:prstGeom prst="roundRect">
            <a:avLst>
              <a:gd name="adj" fmla="val 30000"/>
            </a:avLst>
          </a:prstGeom>
          <a:solidFill>
            <a:srgbClr val="FC6619"/>
          </a:solidFill>
          <a:ln>
            <a:noFill/>
          </a:ln>
        </p:spPr>
        <p:style>
          <a:lnRef idx="2">
            <a:schemeClr val="accent1"/>
          </a:lnRef>
          <a:fillRef idx="1">
            <a:schemeClr val="accent1"/>
          </a:fillRef>
          <a:effectRef idx="0">
            <a:schemeClr val="accent1"/>
          </a:effectRef>
          <a:fontRef idx="minor">
            <a:schemeClr val="lt1"/>
          </a:fontRef>
        </p:style>
        <p:txBody>
          <a:bodyPr/>
          <a:lstStyle/>
          <a:p>
            <a:endParaRPr lang="tr-TR" sz="1100">
              <a:latin typeface="Calibri" panose="020F0502020204030204" pitchFamily="34" charset="0"/>
              <a:ea typeface="Calibri" panose="020F0502020204030204" pitchFamily="34" charset="0"/>
              <a:cs typeface="Calibri" panose="020F0502020204030204" pitchFamily="34" charset="0"/>
            </a:endParaRPr>
          </a:p>
        </p:txBody>
      </p:sp>
      <p:cxnSp>
        <p:nvCxnSpPr>
          <p:cNvPr id="423" name="RowSep423"/>
          <p:cNvCxnSpPr/>
          <p:nvPr/>
        </p:nvCxnSpPr>
        <p:spPr>
          <a:xfrm>
            <a:off x="550000" y="3250000"/>
            <a:ext cx="11200000" cy="0"/>
          </a:xfrm>
          <a:prstGeom prst="line">
            <a:avLst/>
          </a:prstGeom>
          <a:ln w="6350">
            <a:solidFill>
              <a:srgbClr val="EDEDED"/>
            </a:solidFill>
          </a:ln>
        </p:spPr>
        <p:style>
          <a:lnRef idx="1">
            <a:schemeClr val="accent1"/>
          </a:lnRef>
          <a:fillRef idx="0">
            <a:schemeClr val="accent1"/>
          </a:fillRef>
          <a:effectRef idx="0">
            <a:schemeClr val="accent1"/>
          </a:effectRef>
          <a:fontRef idx="minor">
            <a:schemeClr val="tx1"/>
          </a:fontRef>
        </p:style>
      </p:cxnSp>
      <p:sp>
        <p:nvSpPr>
          <p:cNvPr id="424" name="RowLabel424"/>
          <p:cNvSpPr txBox="1"/>
          <p:nvPr/>
        </p:nvSpPr>
        <p:spPr>
          <a:xfrm>
            <a:off x="550000" y="3250000"/>
            <a:ext cx="2850000" cy="440000"/>
          </a:xfrm>
          <a:prstGeom prst="rect">
            <a:avLst/>
          </a:prstGeom>
          <a:noFill/>
        </p:spPr>
        <p:txBody>
          <a:bodyPr wrap="square" lIns="0" tIns="0" rIns="0" bIns="0" anchor="ctr">
            <a:noAutofit/>
          </a:bodyPr>
          <a:lstStyle/>
          <a:p>
            <a:pPr defTabSz="457200"/>
            <a:r>
              <a:rPr lang="tr-TR" sz="1100" b="1" dirty="0">
                <a:solidFill>
                  <a:srgbClr val="1A1A1A"/>
                </a:solidFill>
                <a:latin typeface="Calibri" panose="020F0502020204030204" pitchFamily="34" charset="0"/>
                <a:ea typeface="Calibri" panose="020F0502020204030204" pitchFamily="34" charset="0"/>
                <a:cs typeface="Calibri" panose="020F0502020204030204" pitchFamily="34" charset="0"/>
              </a:rPr>
              <a:t>Hackathon başlangıcı</a:t>
            </a:r>
          </a:p>
          <a:p>
            <a:pPr defTabSz="457200"/>
            <a:r>
              <a:rPr lang="tr-TR" sz="1100" b="1" dirty="0">
                <a:solidFill>
                  <a:srgbClr val="FC6619"/>
                </a:solidFill>
                <a:latin typeface="Calibri" panose="020F0502020204030204" pitchFamily="34" charset="0"/>
                <a:ea typeface="Calibri" panose="020F0502020204030204" pitchFamily="34" charset="0"/>
                <a:cs typeface="Calibri" panose="020F0502020204030204" pitchFamily="34" charset="0"/>
              </a:rPr>
              <a:t>10.09.2026 – 20.09.2026</a:t>
            </a:r>
          </a:p>
        </p:txBody>
      </p:sp>
      <p:sp>
        <p:nvSpPr>
          <p:cNvPr id="425" name="Bar425"/>
          <p:cNvSpPr/>
          <p:nvPr/>
        </p:nvSpPr>
        <p:spPr>
          <a:xfrm>
            <a:off x="9730597" y="3350000"/>
            <a:ext cx="611940" cy="240000"/>
          </a:xfrm>
          <a:prstGeom prst="roundRect">
            <a:avLst>
              <a:gd name="adj" fmla="val 30000"/>
            </a:avLst>
          </a:prstGeom>
          <a:solidFill>
            <a:srgbClr val="FC6619"/>
          </a:solidFill>
          <a:ln>
            <a:noFill/>
          </a:ln>
        </p:spPr>
        <p:style>
          <a:lnRef idx="2">
            <a:schemeClr val="accent1"/>
          </a:lnRef>
          <a:fillRef idx="1">
            <a:schemeClr val="accent1"/>
          </a:fillRef>
          <a:effectRef idx="0">
            <a:schemeClr val="accent1"/>
          </a:effectRef>
          <a:fontRef idx="minor">
            <a:schemeClr val="lt1"/>
          </a:fontRef>
        </p:style>
        <p:txBody>
          <a:bodyPr/>
          <a:lstStyle/>
          <a:p>
            <a:endParaRPr lang="tr-TR" sz="1100">
              <a:latin typeface="Calibri" panose="020F0502020204030204" pitchFamily="34" charset="0"/>
              <a:ea typeface="Calibri" panose="020F0502020204030204" pitchFamily="34" charset="0"/>
              <a:cs typeface="Calibri" panose="020F0502020204030204" pitchFamily="34" charset="0"/>
            </a:endParaRPr>
          </a:p>
        </p:txBody>
      </p:sp>
      <p:cxnSp>
        <p:nvCxnSpPr>
          <p:cNvPr id="427" name="RowSep427"/>
          <p:cNvCxnSpPr/>
          <p:nvPr/>
        </p:nvCxnSpPr>
        <p:spPr>
          <a:xfrm>
            <a:off x="550000" y="3690000"/>
            <a:ext cx="11200000" cy="0"/>
          </a:xfrm>
          <a:prstGeom prst="line">
            <a:avLst/>
          </a:prstGeom>
          <a:ln w="6350">
            <a:solidFill>
              <a:srgbClr val="EDEDED"/>
            </a:solidFill>
          </a:ln>
        </p:spPr>
        <p:style>
          <a:lnRef idx="1">
            <a:schemeClr val="accent1"/>
          </a:lnRef>
          <a:fillRef idx="0">
            <a:schemeClr val="accent1"/>
          </a:fillRef>
          <a:effectRef idx="0">
            <a:schemeClr val="accent1"/>
          </a:effectRef>
          <a:fontRef idx="minor">
            <a:schemeClr val="tx1"/>
          </a:fontRef>
        </p:style>
      </p:cxnSp>
      <p:sp>
        <p:nvSpPr>
          <p:cNvPr id="428" name="RowLabel428"/>
          <p:cNvSpPr txBox="1"/>
          <p:nvPr/>
        </p:nvSpPr>
        <p:spPr>
          <a:xfrm>
            <a:off x="550000" y="3690000"/>
            <a:ext cx="2850000" cy="440000"/>
          </a:xfrm>
          <a:prstGeom prst="rect">
            <a:avLst/>
          </a:prstGeom>
          <a:noFill/>
        </p:spPr>
        <p:txBody>
          <a:bodyPr wrap="square" lIns="0" tIns="0" rIns="0" bIns="0" anchor="ctr">
            <a:noAutofit/>
          </a:bodyPr>
          <a:lstStyle/>
          <a:p>
            <a:pPr defTabSz="457200"/>
            <a:r>
              <a:rPr lang="tr-TR" sz="1100" b="1" dirty="0">
                <a:solidFill>
                  <a:srgbClr val="1A1A1A"/>
                </a:solidFill>
                <a:latin typeface="Calibri" panose="020F0502020204030204" pitchFamily="34" charset="0"/>
                <a:ea typeface="Calibri" panose="020F0502020204030204" pitchFamily="34" charset="0"/>
                <a:cs typeface="Calibri" panose="020F0502020204030204" pitchFamily="34" charset="0"/>
              </a:rPr>
              <a:t>Hackathon tamamlanması, projelerin teslimi</a:t>
            </a:r>
          </a:p>
          <a:p>
            <a:pPr defTabSz="457200"/>
            <a:r>
              <a:rPr lang="tr-TR" sz="1100" b="1" dirty="0">
                <a:solidFill>
                  <a:srgbClr val="FC6619"/>
                </a:solidFill>
                <a:latin typeface="Calibri" panose="020F0502020204030204" pitchFamily="34" charset="0"/>
                <a:ea typeface="Calibri" panose="020F0502020204030204" pitchFamily="34" charset="0"/>
                <a:cs typeface="Calibri" panose="020F0502020204030204" pitchFamily="34" charset="0"/>
              </a:rPr>
              <a:t>20.09.2026</a:t>
            </a:r>
          </a:p>
        </p:txBody>
      </p:sp>
      <p:sp>
        <p:nvSpPr>
          <p:cNvPr id="429" name="Milestone429"/>
          <p:cNvSpPr/>
          <p:nvPr/>
        </p:nvSpPr>
        <p:spPr>
          <a:xfrm>
            <a:off x="10237537" y="3805000"/>
            <a:ext cx="210000" cy="210000"/>
          </a:xfrm>
          <a:prstGeom prst="diamond">
            <a:avLst/>
          </a:prstGeom>
          <a:solidFill>
            <a:srgbClr val="00A651"/>
          </a:solidFill>
          <a:ln>
            <a:noFill/>
          </a:ln>
        </p:spPr>
        <p:style>
          <a:lnRef idx="2">
            <a:schemeClr val="accent1"/>
          </a:lnRef>
          <a:fillRef idx="1">
            <a:schemeClr val="accent1"/>
          </a:fillRef>
          <a:effectRef idx="0">
            <a:schemeClr val="accent1"/>
          </a:effectRef>
          <a:fontRef idx="minor">
            <a:schemeClr val="lt1"/>
          </a:fontRef>
        </p:style>
        <p:txBody>
          <a:bodyPr/>
          <a:lstStyle/>
          <a:p>
            <a:endParaRPr lang="tr-TR" sz="1100">
              <a:latin typeface="Calibri" panose="020F0502020204030204" pitchFamily="34" charset="0"/>
              <a:ea typeface="Calibri" panose="020F0502020204030204" pitchFamily="34" charset="0"/>
              <a:cs typeface="Calibri" panose="020F0502020204030204" pitchFamily="34" charset="0"/>
            </a:endParaRPr>
          </a:p>
        </p:txBody>
      </p:sp>
      <p:cxnSp>
        <p:nvCxnSpPr>
          <p:cNvPr id="431" name="RowSep431"/>
          <p:cNvCxnSpPr/>
          <p:nvPr/>
        </p:nvCxnSpPr>
        <p:spPr>
          <a:xfrm>
            <a:off x="550000" y="4130000"/>
            <a:ext cx="11200000" cy="0"/>
          </a:xfrm>
          <a:prstGeom prst="line">
            <a:avLst/>
          </a:prstGeom>
          <a:ln w="6350">
            <a:solidFill>
              <a:srgbClr val="EDEDED"/>
            </a:solidFill>
          </a:ln>
        </p:spPr>
        <p:style>
          <a:lnRef idx="1">
            <a:schemeClr val="accent1"/>
          </a:lnRef>
          <a:fillRef idx="0">
            <a:schemeClr val="accent1"/>
          </a:fillRef>
          <a:effectRef idx="0">
            <a:schemeClr val="accent1"/>
          </a:effectRef>
          <a:fontRef idx="minor">
            <a:schemeClr val="tx1"/>
          </a:fontRef>
        </p:style>
      </p:cxnSp>
      <p:sp>
        <p:nvSpPr>
          <p:cNvPr id="432" name="RowLabel432"/>
          <p:cNvSpPr txBox="1"/>
          <p:nvPr/>
        </p:nvSpPr>
        <p:spPr>
          <a:xfrm>
            <a:off x="550000" y="4130000"/>
            <a:ext cx="2850000" cy="440000"/>
          </a:xfrm>
          <a:prstGeom prst="rect">
            <a:avLst/>
          </a:prstGeom>
          <a:noFill/>
        </p:spPr>
        <p:txBody>
          <a:bodyPr wrap="square" lIns="0" tIns="0" rIns="0" bIns="0" anchor="ctr">
            <a:noAutofit/>
          </a:bodyPr>
          <a:lstStyle/>
          <a:p>
            <a:pPr defTabSz="457200"/>
            <a:r>
              <a:rPr lang="tr-TR" sz="1100" b="1" dirty="0">
                <a:solidFill>
                  <a:srgbClr val="1A1A1A"/>
                </a:solidFill>
                <a:latin typeface="Calibri" panose="020F0502020204030204" pitchFamily="34" charset="0"/>
                <a:ea typeface="Calibri" panose="020F0502020204030204" pitchFamily="34" charset="0"/>
                <a:cs typeface="Calibri" panose="020F0502020204030204" pitchFamily="34" charset="0"/>
              </a:rPr>
              <a:t>Projelerin değerlendirilmesi, finalistlerin belirlenmesi</a:t>
            </a:r>
          </a:p>
          <a:p>
            <a:pPr defTabSz="457200"/>
            <a:r>
              <a:rPr lang="tr-TR" sz="1100" b="1" dirty="0">
                <a:solidFill>
                  <a:srgbClr val="FC6619"/>
                </a:solidFill>
                <a:latin typeface="Calibri" panose="020F0502020204030204" pitchFamily="34" charset="0"/>
                <a:ea typeface="Calibri" panose="020F0502020204030204" pitchFamily="34" charset="0"/>
                <a:cs typeface="Calibri" panose="020F0502020204030204" pitchFamily="34" charset="0"/>
              </a:rPr>
              <a:t>21.09.2026 – 28.09.2026</a:t>
            </a:r>
          </a:p>
        </p:txBody>
      </p:sp>
      <p:sp>
        <p:nvSpPr>
          <p:cNvPr id="433" name="Bar433"/>
          <p:cNvSpPr/>
          <p:nvPr/>
        </p:nvSpPr>
        <p:spPr>
          <a:xfrm>
            <a:off x="10403731" y="4230000"/>
            <a:ext cx="428358" cy="240000"/>
          </a:xfrm>
          <a:prstGeom prst="roundRect">
            <a:avLst>
              <a:gd name="adj" fmla="val 30000"/>
            </a:avLst>
          </a:prstGeom>
          <a:solidFill>
            <a:srgbClr val="FC6619"/>
          </a:solidFill>
          <a:ln>
            <a:noFill/>
          </a:ln>
        </p:spPr>
        <p:style>
          <a:lnRef idx="2">
            <a:schemeClr val="accent1"/>
          </a:lnRef>
          <a:fillRef idx="1">
            <a:schemeClr val="accent1"/>
          </a:fillRef>
          <a:effectRef idx="0">
            <a:schemeClr val="accent1"/>
          </a:effectRef>
          <a:fontRef idx="minor">
            <a:schemeClr val="lt1"/>
          </a:fontRef>
        </p:style>
        <p:txBody>
          <a:bodyPr/>
          <a:lstStyle/>
          <a:p>
            <a:endParaRPr lang="tr-TR" sz="1100">
              <a:latin typeface="Calibri" panose="020F0502020204030204" pitchFamily="34" charset="0"/>
              <a:ea typeface="Calibri" panose="020F0502020204030204" pitchFamily="34" charset="0"/>
              <a:cs typeface="Calibri" panose="020F0502020204030204" pitchFamily="34" charset="0"/>
            </a:endParaRPr>
          </a:p>
        </p:txBody>
      </p:sp>
      <p:cxnSp>
        <p:nvCxnSpPr>
          <p:cNvPr id="435" name="RowSep435"/>
          <p:cNvCxnSpPr/>
          <p:nvPr/>
        </p:nvCxnSpPr>
        <p:spPr>
          <a:xfrm>
            <a:off x="550000" y="4570000"/>
            <a:ext cx="11200000" cy="0"/>
          </a:xfrm>
          <a:prstGeom prst="line">
            <a:avLst/>
          </a:prstGeom>
          <a:ln w="6350">
            <a:solidFill>
              <a:srgbClr val="EDEDED"/>
            </a:solidFill>
          </a:ln>
        </p:spPr>
        <p:style>
          <a:lnRef idx="1">
            <a:schemeClr val="accent1"/>
          </a:lnRef>
          <a:fillRef idx="0">
            <a:schemeClr val="accent1"/>
          </a:fillRef>
          <a:effectRef idx="0">
            <a:schemeClr val="accent1"/>
          </a:effectRef>
          <a:fontRef idx="minor">
            <a:schemeClr val="tx1"/>
          </a:fontRef>
        </p:style>
      </p:cxnSp>
      <p:sp>
        <p:nvSpPr>
          <p:cNvPr id="436" name="RowLabel436"/>
          <p:cNvSpPr txBox="1"/>
          <p:nvPr/>
        </p:nvSpPr>
        <p:spPr>
          <a:xfrm>
            <a:off x="550000" y="4570000"/>
            <a:ext cx="2850000" cy="440000"/>
          </a:xfrm>
          <a:prstGeom prst="rect">
            <a:avLst/>
          </a:prstGeom>
          <a:noFill/>
        </p:spPr>
        <p:txBody>
          <a:bodyPr wrap="square" lIns="0" tIns="0" rIns="0" bIns="0" anchor="ctr">
            <a:noAutofit/>
          </a:bodyPr>
          <a:lstStyle/>
          <a:p>
            <a:pPr defTabSz="457200"/>
            <a:r>
              <a:rPr lang="tr-TR" sz="1100" b="1" dirty="0">
                <a:solidFill>
                  <a:srgbClr val="1A1A1A"/>
                </a:solidFill>
                <a:latin typeface="Calibri" panose="020F0502020204030204" pitchFamily="34" charset="0"/>
                <a:ea typeface="Calibri" panose="020F0502020204030204" pitchFamily="34" charset="0"/>
                <a:cs typeface="Calibri" panose="020F0502020204030204" pitchFamily="34" charset="0"/>
              </a:rPr>
              <a:t>Finalist sunumları</a:t>
            </a:r>
          </a:p>
          <a:p>
            <a:pPr defTabSz="457200"/>
            <a:r>
              <a:rPr lang="tr-TR" sz="1100" b="1" dirty="0">
                <a:solidFill>
                  <a:srgbClr val="FC6619"/>
                </a:solidFill>
                <a:latin typeface="Calibri" panose="020F0502020204030204" pitchFamily="34" charset="0"/>
                <a:ea typeface="Calibri" panose="020F0502020204030204" pitchFamily="34" charset="0"/>
                <a:cs typeface="Calibri" panose="020F0502020204030204" pitchFamily="34" charset="0"/>
              </a:rPr>
              <a:t>06.10.2026</a:t>
            </a:r>
          </a:p>
        </p:txBody>
      </p:sp>
      <p:sp>
        <p:nvSpPr>
          <p:cNvPr id="437" name="Milestone437"/>
          <p:cNvSpPr/>
          <p:nvPr/>
        </p:nvSpPr>
        <p:spPr>
          <a:xfrm>
            <a:off x="11216641" y="4685000"/>
            <a:ext cx="210000" cy="210000"/>
          </a:xfrm>
          <a:prstGeom prst="diamond">
            <a:avLst/>
          </a:prstGeom>
          <a:solidFill>
            <a:srgbClr val="00A651"/>
          </a:solidFill>
          <a:ln>
            <a:noFill/>
          </a:ln>
        </p:spPr>
        <p:style>
          <a:lnRef idx="2">
            <a:schemeClr val="accent1"/>
          </a:lnRef>
          <a:fillRef idx="1">
            <a:schemeClr val="accent1"/>
          </a:fillRef>
          <a:effectRef idx="0">
            <a:schemeClr val="accent1"/>
          </a:effectRef>
          <a:fontRef idx="minor">
            <a:schemeClr val="lt1"/>
          </a:fontRef>
        </p:style>
        <p:txBody>
          <a:bodyPr/>
          <a:lstStyle/>
          <a:p>
            <a:endParaRPr lang="tr-TR" sz="1100">
              <a:latin typeface="Calibri" panose="020F0502020204030204" pitchFamily="34" charset="0"/>
              <a:ea typeface="Calibri" panose="020F0502020204030204" pitchFamily="34" charset="0"/>
              <a:cs typeface="Calibri" panose="020F0502020204030204" pitchFamily="34" charset="0"/>
            </a:endParaRPr>
          </a:p>
        </p:txBody>
      </p:sp>
      <p:cxnSp>
        <p:nvCxnSpPr>
          <p:cNvPr id="439" name="RowSep439"/>
          <p:cNvCxnSpPr/>
          <p:nvPr/>
        </p:nvCxnSpPr>
        <p:spPr>
          <a:xfrm>
            <a:off x="550000" y="5010000"/>
            <a:ext cx="11200000" cy="0"/>
          </a:xfrm>
          <a:prstGeom prst="line">
            <a:avLst/>
          </a:prstGeom>
          <a:ln w="6350">
            <a:solidFill>
              <a:srgbClr val="EDEDED"/>
            </a:solidFill>
          </a:ln>
        </p:spPr>
        <p:style>
          <a:lnRef idx="1">
            <a:schemeClr val="accent1"/>
          </a:lnRef>
          <a:fillRef idx="0">
            <a:schemeClr val="accent1"/>
          </a:fillRef>
          <a:effectRef idx="0">
            <a:schemeClr val="accent1"/>
          </a:effectRef>
          <a:fontRef idx="minor">
            <a:schemeClr val="tx1"/>
          </a:fontRef>
        </p:style>
      </p:cxnSp>
      <p:sp>
        <p:nvSpPr>
          <p:cNvPr id="440" name="RowLabel440"/>
          <p:cNvSpPr txBox="1"/>
          <p:nvPr/>
        </p:nvSpPr>
        <p:spPr>
          <a:xfrm>
            <a:off x="550000" y="5010000"/>
            <a:ext cx="2850000" cy="440000"/>
          </a:xfrm>
          <a:prstGeom prst="rect">
            <a:avLst/>
          </a:prstGeom>
          <a:noFill/>
        </p:spPr>
        <p:txBody>
          <a:bodyPr wrap="square" lIns="0" tIns="0" rIns="0" bIns="0" anchor="ctr">
            <a:noAutofit/>
          </a:bodyPr>
          <a:lstStyle/>
          <a:p>
            <a:pPr defTabSz="457200"/>
            <a:r>
              <a:rPr lang="tr-TR" sz="1100" b="1" dirty="0">
                <a:solidFill>
                  <a:srgbClr val="1A1A1A"/>
                </a:solidFill>
                <a:latin typeface="Calibri" panose="020F0502020204030204" pitchFamily="34" charset="0"/>
                <a:ea typeface="Calibri" panose="020F0502020204030204" pitchFamily="34" charset="0"/>
                <a:cs typeface="Calibri" panose="020F0502020204030204" pitchFamily="34" charset="0"/>
              </a:rPr>
              <a:t>Kazananların belirlenmesi ve duyurulması</a:t>
            </a:r>
          </a:p>
          <a:p>
            <a:pPr defTabSz="457200"/>
            <a:r>
              <a:rPr lang="tr-TR" sz="1100" b="1" dirty="0">
                <a:solidFill>
                  <a:srgbClr val="FC6619"/>
                </a:solidFill>
                <a:latin typeface="Calibri" panose="020F0502020204030204" pitchFamily="34" charset="0"/>
                <a:ea typeface="Calibri" panose="020F0502020204030204" pitchFamily="34" charset="0"/>
                <a:cs typeface="Calibri" panose="020F0502020204030204" pitchFamily="34" charset="0"/>
              </a:rPr>
              <a:t>06.10.2026</a:t>
            </a:r>
          </a:p>
        </p:txBody>
      </p:sp>
      <p:sp>
        <p:nvSpPr>
          <p:cNvPr id="441" name="Milestone441"/>
          <p:cNvSpPr/>
          <p:nvPr/>
        </p:nvSpPr>
        <p:spPr>
          <a:xfrm>
            <a:off x="11216641" y="5125000"/>
            <a:ext cx="210000" cy="210000"/>
          </a:xfrm>
          <a:prstGeom prst="diamond">
            <a:avLst/>
          </a:prstGeom>
          <a:solidFill>
            <a:srgbClr val="00A651"/>
          </a:solidFill>
          <a:ln>
            <a:noFill/>
          </a:ln>
        </p:spPr>
        <p:style>
          <a:lnRef idx="2">
            <a:schemeClr val="accent1"/>
          </a:lnRef>
          <a:fillRef idx="1">
            <a:schemeClr val="accent1"/>
          </a:fillRef>
          <a:effectRef idx="0">
            <a:schemeClr val="accent1"/>
          </a:effectRef>
          <a:fontRef idx="minor">
            <a:schemeClr val="lt1"/>
          </a:fontRef>
        </p:style>
        <p:txBody>
          <a:bodyPr/>
          <a:lstStyle/>
          <a:p>
            <a:endParaRPr lang="tr-TR" sz="1100">
              <a:latin typeface="Calibri" panose="020F0502020204030204" pitchFamily="34" charset="0"/>
              <a:ea typeface="Calibri" panose="020F0502020204030204" pitchFamily="34" charset="0"/>
              <a:cs typeface="Calibri" panose="020F0502020204030204" pitchFamily="34" charset="0"/>
            </a:endParaRPr>
          </a:p>
        </p:txBody>
      </p:sp>
      <p:sp>
        <p:nvSpPr>
          <p:cNvPr id="443" name="Leg443"/>
          <p:cNvSpPr/>
          <p:nvPr/>
        </p:nvSpPr>
        <p:spPr>
          <a:xfrm>
            <a:off x="8300000" y="1045000"/>
            <a:ext cx="220000" cy="110000"/>
          </a:xfrm>
          <a:prstGeom prst="roundRect">
            <a:avLst/>
          </a:prstGeom>
          <a:solidFill>
            <a:srgbClr val="FC6619"/>
          </a:solidFill>
          <a:ln>
            <a:noFill/>
          </a:ln>
        </p:spPr>
        <p:txBody>
          <a:bodyPr/>
          <a:lstStyle/>
          <a:p>
            <a:endParaRPr lang="tr-TR">
              <a:latin typeface="Calibri" panose="020F0502020204030204" pitchFamily="34" charset="0"/>
              <a:ea typeface="Calibri" panose="020F0502020204030204" pitchFamily="34" charset="0"/>
              <a:cs typeface="Calibri" panose="020F0502020204030204" pitchFamily="34" charset="0"/>
            </a:endParaRPr>
          </a:p>
        </p:txBody>
      </p:sp>
      <p:sp>
        <p:nvSpPr>
          <p:cNvPr id="444" name="LegLbl444"/>
          <p:cNvSpPr txBox="1"/>
          <p:nvPr/>
        </p:nvSpPr>
        <p:spPr>
          <a:xfrm>
            <a:off x="8580000" y="990000"/>
            <a:ext cx="1600000" cy="240000"/>
          </a:xfrm>
          <a:prstGeom prst="rect">
            <a:avLst/>
          </a:prstGeom>
          <a:noFill/>
        </p:spPr>
        <p:txBody>
          <a:bodyPr wrap="square" lIns="0" tIns="0" rIns="0" bIns="0" anchor="ctr"/>
          <a:lstStyle/>
          <a:p>
            <a:r>
              <a:rPr lang="tr-TR" sz="850" dirty="0">
                <a:solidFill>
                  <a:srgbClr val="595959"/>
                </a:solidFill>
                <a:latin typeface="Calibri" panose="020F0502020204030204" pitchFamily="34" charset="0"/>
                <a:ea typeface="Calibri" panose="020F0502020204030204" pitchFamily="34" charset="0"/>
                <a:cs typeface="Calibri" panose="020F0502020204030204" pitchFamily="34" charset="0"/>
              </a:rPr>
              <a:t>Süreç</a:t>
            </a:r>
          </a:p>
        </p:txBody>
      </p:sp>
      <p:sp>
        <p:nvSpPr>
          <p:cNvPr id="445" name="Leg445"/>
          <p:cNvSpPr/>
          <p:nvPr/>
        </p:nvSpPr>
        <p:spPr>
          <a:xfrm>
            <a:off x="10050000" y="1020000"/>
            <a:ext cx="170000" cy="170000"/>
          </a:xfrm>
          <a:prstGeom prst="diamond">
            <a:avLst/>
          </a:prstGeom>
          <a:solidFill>
            <a:srgbClr val="00A651"/>
          </a:solidFill>
          <a:ln>
            <a:noFill/>
          </a:ln>
        </p:spPr>
        <p:txBody>
          <a:bodyPr/>
          <a:lstStyle/>
          <a:p>
            <a:endParaRPr lang="tr-TR">
              <a:latin typeface="Calibri" panose="020F0502020204030204" pitchFamily="34" charset="0"/>
              <a:ea typeface="Calibri" panose="020F0502020204030204" pitchFamily="34" charset="0"/>
              <a:cs typeface="Calibri" panose="020F0502020204030204" pitchFamily="34" charset="0"/>
            </a:endParaRPr>
          </a:p>
        </p:txBody>
      </p:sp>
      <p:sp>
        <p:nvSpPr>
          <p:cNvPr id="446" name="LegLbl446"/>
          <p:cNvSpPr txBox="1"/>
          <p:nvPr/>
        </p:nvSpPr>
        <p:spPr>
          <a:xfrm>
            <a:off x="10330000" y="990000"/>
            <a:ext cx="1600000" cy="240000"/>
          </a:xfrm>
          <a:prstGeom prst="rect">
            <a:avLst/>
          </a:prstGeom>
          <a:noFill/>
        </p:spPr>
        <p:txBody>
          <a:bodyPr wrap="square" lIns="0" tIns="0" rIns="0" bIns="0" anchor="ctr"/>
          <a:lstStyle/>
          <a:p>
            <a:r>
              <a:rPr lang="tr-TR" sz="850" dirty="0">
                <a:solidFill>
                  <a:srgbClr val="595959"/>
                </a:solidFill>
                <a:latin typeface="Calibri" panose="020F0502020204030204" pitchFamily="34" charset="0"/>
                <a:ea typeface="Calibri" panose="020F0502020204030204" pitchFamily="34" charset="0"/>
                <a:cs typeface="Calibri" panose="020F0502020204030204" pitchFamily="34" charset="0"/>
              </a:rPr>
              <a:t>Milestone (tek gün)</a:t>
            </a:r>
          </a:p>
        </p:txBody>
      </p:sp>
    </p:spTree>
    <p:extLst>
      <p:ext uri="{BB962C8B-B14F-4D97-AF65-F5344CB8AC3E}">
        <p14:creationId xmlns:p14="http://schemas.microsoft.com/office/powerpoint/2010/main" val="2196839428"/>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with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fade">
                                      <p:cBhvr>
                                        <p:cTn id="7" dur="1000"/>
                                        <p:tgtEl>
                                          <p:spTgt spid="15"/>
                                        </p:tgtEl>
                                      </p:cBhvr>
                                    </p:animEffect>
                                    <p:anim calcmode="lin" valueType="num">
                                      <p:cBhvr>
                                        <p:cTn id="8" dur="1000" fill="hold"/>
                                        <p:tgtEl>
                                          <p:spTgt spid="15"/>
                                        </p:tgtEl>
                                        <p:attrNameLst>
                                          <p:attrName>ppt_x</p:attrName>
                                        </p:attrNameLst>
                                      </p:cBhvr>
                                      <p:tavLst>
                                        <p:tav tm="0">
                                          <p:val>
                                            <p:strVal val="#ppt_x"/>
                                          </p:val>
                                        </p:tav>
                                        <p:tav tm="100000">
                                          <p:val>
                                            <p:strVal val="#ppt_x"/>
                                          </p:val>
                                        </p:tav>
                                      </p:tavLst>
                                    </p:anim>
                                    <p:anim calcmode="lin" valueType="num">
                                      <p:cBhvr>
                                        <p:cTn id="9" dur="1000" fill="hold"/>
                                        <p:tgtEl>
                                          <p:spTgt spid="15"/>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14"/>
                                        </p:tgtEl>
                                        <p:attrNameLst>
                                          <p:attrName>style.visibility</p:attrName>
                                        </p:attrNameLst>
                                      </p:cBhvr>
                                      <p:to>
                                        <p:strVal val="visible"/>
                                      </p:to>
                                    </p:set>
                                    <p:animEffect transition="in" filter="fade">
                                      <p:cBhvr>
                                        <p:cTn id="12" dur="1000"/>
                                        <p:tgtEl>
                                          <p:spTgt spid="14"/>
                                        </p:tgtEl>
                                      </p:cBhvr>
                                    </p:animEffect>
                                    <p:anim calcmode="lin" valueType="num">
                                      <p:cBhvr>
                                        <p:cTn id="13" dur="1000" fill="hold"/>
                                        <p:tgtEl>
                                          <p:spTgt spid="14"/>
                                        </p:tgtEl>
                                        <p:attrNameLst>
                                          <p:attrName>ppt_x</p:attrName>
                                        </p:attrNameLst>
                                      </p:cBhvr>
                                      <p:tavLst>
                                        <p:tav tm="0">
                                          <p:val>
                                            <p:strVal val="#ppt_x"/>
                                          </p:val>
                                        </p:tav>
                                        <p:tav tm="100000">
                                          <p:val>
                                            <p:strVal val="#ppt_x"/>
                                          </p:val>
                                        </p:tav>
                                      </p:tavLst>
                                    </p:anim>
                                    <p:anim calcmode="lin" valueType="num">
                                      <p:cBhvr>
                                        <p:cTn id="14" dur="1000" fill="hold"/>
                                        <p:tgtEl>
                                          <p:spTgt spid="14"/>
                                        </p:tgtEl>
                                        <p:attrNameLst>
                                          <p:attrName>ppt_y</p:attrName>
                                        </p:attrNameLst>
                                      </p:cBhvr>
                                      <p:tavLst>
                                        <p:tav tm="0">
                                          <p:val>
                                            <p:strVal val="#ppt_y+.1"/>
                                          </p:val>
                                        </p:tav>
                                        <p:tav tm="100000">
                                          <p:val>
                                            <p:strVal val="#ppt_y"/>
                                          </p:val>
                                        </p:tav>
                                      </p:tavLst>
                                    </p:anim>
                                  </p:childTnLst>
                                </p:cTn>
                              </p:par>
                              <p:par>
                                <p:cTn id="15" presetID="42" presetClass="entr" presetSubtype="0" fill="hold" nodeType="withEffect">
                                  <p:stCondLst>
                                    <p:cond delay="0"/>
                                  </p:stCondLst>
                                  <p:childTnLst>
                                    <p:set>
                                      <p:cBhvr>
                                        <p:cTn id="16" dur="1" fill="hold">
                                          <p:stCondLst>
                                            <p:cond delay="0"/>
                                          </p:stCondLst>
                                        </p:cTn>
                                        <p:tgtEl>
                                          <p:spTgt spid="16"/>
                                        </p:tgtEl>
                                        <p:attrNameLst>
                                          <p:attrName>style.visibility</p:attrName>
                                        </p:attrNameLst>
                                      </p:cBhvr>
                                      <p:to>
                                        <p:strVal val="visible"/>
                                      </p:to>
                                    </p:set>
                                    <p:animEffect transition="in" filter="fade">
                                      <p:cBhvr>
                                        <p:cTn id="17" dur="1000"/>
                                        <p:tgtEl>
                                          <p:spTgt spid="16"/>
                                        </p:tgtEl>
                                      </p:cBhvr>
                                    </p:animEffect>
                                    <p:anim calcmode="lin" valueType="num">
                                      <p:cBhvr>
                                        <p:cTn id="18" dur="1000" fill="hold"/>
                                        <p:tgtEl>
                                          <p:spTgt spid="16"/>
                                        </p:tgtEl>
                                        <p:attrNameLst>
                                          <p:attrName>ppt_x</p:attrName>
                                        </p:attrNameLst>
                                      </p:cBhvr>
                                      <p:tavLst>
                                        <p:tav tm="0">
                                          <p:val>
                                            <p:strVal val="#ppt_x"/>
                                          </p:val>
                                        </p:tav>
                                        <p:tav tm="100000">
                                          <p:val>
                                            <p:strVal val="#ppt_x"/>
                                          </p:val>
                                        </p:tav>
                                      </p:tavLst>
                                    </p:anim>
                                    <p:anim calcmode="lin" valueType="num">
                                      <p:cBhvr>
                                        <p:cTn id="19" dur="1000" fill="hold"/>
                                        <p:tgtEl>
                                          <p:spTgt spid="1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FF37F9-AC85-37BF-0B33-4CB9C74C7A09}"/>
            </a:ext>
          </a:extLst>
        </p:cNvPr>
        <p:cNvGrpSpPr/>
        <p:nvPr/>
      </p:nvGrpSpPr>
      <p:grpSpPr>
        <a:xfrm>
          <a:off x="0" y="0"/>
          <a:ext cx="0" cy="0"/>
          <a:chOff x="0" y="0"/>
          <a:chExt cx="0" cy="0"/>
        </a:xfrm>
      </p:grpSpPr>
      <p:sp>
        <p:nvSpPr>
          <p:cNvPr id="22" name="Yuvarlatılmış Dikdörtgen 21">
            <a:extLst>
              <a:ext uri="{FF2B5EF4-FFF2-40B4-BE49-F238E27FC236}">
                <a16:creationId xmlns:a16="http://schemas.microsoft.com/office/drawing/2014/main" id="{805CA3D5-2760-E505-B2E4-8A603E730C86}"/>
              </a:ext>
            </a:extLst>
          </p:cNvPr>
          <p:cNvSpPr/>
          <p:nvPr/>
        </p:nvSpPr>
        <p:spPr>
          <a:xfrm>
            <a:off x="1202031" y="2158163"/>
            <a:ext cx="3206338" cy="2262904"/>
          </a:xfrm>
          <a:prstGeom prst="roundRect">
            <a:avLst>
              <a:gd name="adj" fmla="val 6475"/>
            </a:avLst>
          </a:prstGeom>
          <a:solidFill>
            <a:srgbClr val="FC661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tr-TR">
              <a:latin typeface="Calibri" panose="020F0502020204030204" pitchFamily="34" charset="0"/>
              <a:ea typeface="Calibri" panose="020F0502020204030204" pitchFamily="34" charset="0"/>
              <a:cs typeface="Calibri" panose="020F0502020204030204" pitchFamily="34" charset="0"/>
            </a:endParaRPr>
          </a:p>
        </p:txBody>
      </p:sp>
      <p:sp>
        <p:nvSpPr>
          <p:cNvPr id="34" name="Title 1">
            <a:extLst>
              <a:ext uri="{FF2B5EF4-FFF2-40B4-BE49-F238E27FC236}">
                <a16:creationId xmlns:a16="http://schemas.microsoft.com/office/drawing/2014/main" id="{10C60673-B339-2C85-CACF-8F3FB7E15C62}"/>
              </a:ext>
            </a:extLst>
          </p:cNvPr>
          <p:cNvSpPr txBox="1">
            <a:spLocks/>
          </p:cNvSpPr>
          <p:nvPr/>
        </p:nvSpPr>
        <p:spPr>
          <a:xfrm>
            <a:off x="602194" y="737502"/>
            <a:ext cx="8205904" cy="517001"/>
          </a:xfrm>
          <a:prstGeom prst="rect">
            <a:avLst/>
          </a:prstGeom>
        </p:spPr>
        <p:txBody>
          <a:bodyPr wrap="square" lIns="0" tIns="0" rIns="0" bIns="0">
            <a:spAutoFit/>
          </a:bodyPr>
          <a:lstStyle>
            <a:defPPr>
              <a:defRPr lang="en-US"/>
            </a:defPPr>
            <a:lvl1pPr defTabSz="1828800">
              <a:lnSpc>
                <a:spcPct val="90000"/>
              </a:lnSpc>
              <a:spcBef>
                <a:spcPct val="0"/>
              </a:spcBef>
              <a:buNone/>
              <a:defRPr sz="3200" b="1" cap="none" spc="-38" baseline="0">
                <a:latin typeface="Gilroy-RegularItalic" pitchFamily="2" charset="0"/>
                <a:ea typeface="Open Sans" panose="020B0606030504020204" pitchFamily="34" charset="0"/>
                <a:cs typeface="Open Sans" panose="020B0606030504020204" pitchFamily="34" charset="0"/>
              </a:defRPr>
            </a:lvl1pPr>
          </a:lstStyle>
          <a:p>
            <a:pPr defTabSz="2438339"/>
            <a:r>
              <a:rPr lang="tr-TR" sz="3733" spc="-51" dirty="0">
                <a:solidFill>
                  <a:srgbClr val="003CA6"/>
                </a:solidFill>
                <a:latin typeface="Calibri" panose="020F0502020204030204" pitchFamily="34" charset="0"/>
                <a:ea typeface="Calibri" panose="020F0502020204030204" pitchFamily="34" charset="0"/>
                <a:cs typeface="Calibri" panose="020F0502020204030204" pitchFamily="34" charset="0"/>
              </a:rPr>
              <a:t>Ödüller</a:t>
            </a:r>
            <a:r>
              <a:rPr lang="tr-TR" sz="2000" spc="-51" dirty="0">
                <a:solidFill>
                  <a:srgbClr val="FC6619"/>
                </a:solidFill>
                <a:latin typeface="Calibri" panose="020F0502020204030204" pitchFamily="34" charset="0"/>
                <a:ea typeface="Calibri" panose="020F0502020204030204" pitchFamily="34" charset="0"/>
                <a:cs typeface="Calibri" panose="020F0502020204030204" pitchFamily="34" charset="0"/>
              </a:rPr>
              <a:t>   ·   Ödül Havuzu: 200.000 TL</a:t>
            </a:r>
          </a:p>
        </p:txBody>
      </p:sp>
      <p:pic>
        <p:nvPicPr>
          <p:cNvPr id="5" name="Resim 4" descr="yazı tipi, grafik, grafik tasarım, metin içeren bir resim&#10;&#10;Yapay zeka tarafından oluşturulmuş içerik yanlış olabilir.">
            <a:extLst>
              <a:ext uri="{FF2B5EF4-FFF2-40B4-BE49-F238E27FC236}">
                <a16:creationId xmlns:a16="http://schemas.microsoft.com/office/drawing/2014/main" id="{AA9D63BC-346D-F87D-F8FF-3F9DD0300CDA}"/>
              </a:ext>
            </a:extLst>
          </p:cNvPr>
          <p:cNvPicPr>
            <a:picLocks noChangeAspect="1"/>
          </p:cNvPicPr>
          <p:nvPr/>
        </p:nvPicPr>
        <p:blipFill>
          <a:blip r:embed="rId2"/>
          <a:stretch>
            <a:fillRect/>
          </a:stretch>
        </p:blipFill>
        <p:spPr>
          <a:xfrm>
            <a:off x="10048240" y="427446"/>
            <a:ext cx="1649518" cy="568557"/>
          </a:xfrm>
          <a:prstGeom prst="rect">
            <a:avLst/>
          </a:prstGeom>
        </p:spPr>
      </p:pic>
      <p:pic>
        <p:nvPicPr>
          <p:cNvPr id="12" name="Resim 11" descr="metin, yazı tipi, grafik, poster içeren bir resim&#10;&#10;Yapay zeka tarafından oluşturulmuş içerik yanlış olabilir.">
            <a:extLst>
              <a:ext uri="{FF2B5EF4-FFF2-40B4-BE49-F238E27FC236}">
                <a16:creationId xmlns:a16="http://schemas.microsoft.com/office/drawing/2014/main" id="{73C6FB7A-0597-F392-2F51-06868128D931}"/>
              </a:ext>
            </a:extLst>
          </p:cNvPr>
          <p:cNvPicPr>
            <a:picLocks noChangeAspect="1"/>
          </p:cNvPicPr>
          <p:nvPr/>
        </p:nvPicPr>
        <p:blipFill>
          <a:blip r:embed="rId3"/>
          <a:stretch>
            <a:fillRect/>
          </a:stretch>
        </p:blipFill>
        <p:spPr>
          <a:xfrm>
            <a:off x="598430" y="5487444"/>
            <a:ext cx="832805" cy="943110"/>
          </a:xfrm>
          <a:prstGeom prst="rect">
            <a:avLst/>
          </a:prstGeom>
        </p:spPr>
      </p:pic>
      <p:pic>
        <p:nvPicPr>
          <p:cNvPr id="14" name="Resim 13" descr="portakal, turuncu, tasarım, yaratıcılık içeren bir resim&#10;&#10;Yapay zeka tarafından oluşturulmuş içerik yanlış olabilir.">
            <a:extLst>
              <a:ext uri="{FF2B5EF4-FFF2-40B4-BE49-F238E27FC236}">
                <a16:creationId xmlns:a16="http://schemas.microsoft.com/office/drawing/2014/main" id="{435F7EE0-795C-E2B8-A528-4F6CE11601E8}"/>
              </a:ext>
            </a:extLst>
          </p:cNvPr>
          <p:cNvPicPr>
            <a:picLocks noChangeAspect="1"/>
          </p:cNvPicPr>
          <p:nvPr/>
        </p:nvPicPr>
        <p:blipFill>
          <a:blip r:embed="rId4"/>
          <a:srcRect b="52813"/>
          <a:stretch>
            <a:fillRect/>
          </a:stretch>
        </p:blipFill>
        <p:spPr>
          <a:xfrm>
            <a:off x="10212945" y="4983075"/>
            <a:ext cx="2040280" cy="1975865"/>
          </a:xfrm>
          <a:prstGeom prst="rect">
            <a:avLst/>
          </a:prstGeom>
        </p:spPr>
      </p:pic>
      <p:pic>
        <p:nvPicPr>
          <p:cNvPr id="15" name="Resim 14" descr="yeşil, tasarım içeren bir resim&#10;&#10;Yapay zeka tarafından oluşturulmuş içerik yanlış olabilir.">
            <a:extLst>
              <a:ext uri="{FF2B5EF4-FFF2-40B4-BE49-F238E27FC236}">
                <a16:creationId xmlns:a16="http://schemas.microsoft.com/office/drawing/2014/main" id="{033D5252-81D6-CB26-ADC1-E98CAB6AD0B0}"/>
              </a:ext>
            </a:extLst>
          </p:cNvPr>
          <p:cNvPicPr>
            <a:picLocks noChangeAspect="1"/>
          </p:cNvPicPr>
          <p:nvPr/>
        </p:nvPicPr>
        <p:blipFill>
          <a:blip r:embed="rId5"/>
          <a:srcRect b="20626"/>
          <a:stretch>
            <a:fillRect/>
          </a:stretch>
        </p:blipFill>
        <p:spPr>
          <a:xfrm>
            <a:off x="11513820" y="5297122"/>
            <a:ext cx="1020296" cy="1661818"/>
          </a:xfrm>
          <a:prstGeom prst="rect">
            <a:avLst/>
          </a:prstGeom>
        </p:spPr>
      </p:pic>
      <p:pic>
        <p:nvPicPr>
          <p:cNvPr id="16" name="Resim 15" descr="meneviş mavisi, ekran görüntüsü, mavi, tasarım içeren bir resim&#10;&#10;Yapay zeka tarafından oluşturulmuş içerik yanlış olabilir.">
            <a:extLst>
              <a:ext uri="{FF2B5EF4-FFF2-40B4-BE49-F238E27FC236}">
                <a16:creationId xmlns:a16="http://schemas.microsoft.com/office/drawing/2014/main" id="{AE4B7226-7C00-1601-6704-6686D0FA62C8}"/>
              </a:ext>
            </a:extLst>
          </p:cNvPr>
          <p:cNvPicPr>
            <a:picLocks noChangeAspect="1"/>
          </p:cNvPicPr>
          <p:nvPr/>
        </p:nvPicPr>
        <p:blipFill>
          <a:blip r:embed="rId6"/>
          <a:srcRect b="53491"/>
          <a:stretch>
            <a:fillRect/>
          </a:stretch>
        </p:blipFill>
        <p:spPr>
          <a:xfrm>
            <a:off x="10396101" y="6145235"/>
            <a:ext cx="852455" cy="813705"/>
          </a:xfrm>
          <a:prstGeom prst="rect">
            <a:avLst/>
          </a:prstGeom>
        </p:spPr>
      </p:pic>
      <p:sp>
        <p:nvSpPr>
          <p:cNvPr id="19" name="Metin kutusu 18">
            <a:extLst>
              <a:ext uri="{FF2B5EF4-FFF2-40B4-BE49-F238E27FC236}">
                <a16:creationId xmlns:a16="http://schemas.microsoft.com/office/drawing/2014/main" id="{295E48CA-20AB-A4A4-214D-B6C32DC0F33B}"/>
              </a:ext>
            </a:extLst>
          </p:cNvPr>
          <p:cNvSpPr txBox="1"/>
          <p:nvPr/>
        </p:nvSpPr>
        <p:spPr>
          <a:xfrm>
            <a:off x="1889735" y="2616894"/>
            <a:ext cx="1830930" cy="400110"/>
          </a:xfrm>
          <a:prstGeom prst="rect">
            <a:avLst/>
          </a:prstGeom>
          <a:noFill/>
        </p:spPr>
        <p:txBody>
          <a:bodyPr wrap="square" rtlCol="0">
            <a:spAutoFit/>
          </a:bodyPr>
          <a:lstStyle/>
          <a:p>
            <a:pPr algn="ctr"/>
            <a:r>
              <a:rPr lang="tr-TR" sz="2000" b="1" dirty="0">
                <a:solidFill>
                  <a:schemeClr val="bg1"/>
                </a:solidFill>
                <a:latin typeface="Calibri" panose="020F0502020204030204" pitchFamily="34" charset="0"/>
                <a:ea typeface="Calibri" panose="020F0502020204030204" pitchFamily="34" charset="0"/>
                <a:cs typeface="Calibri" panose="020F0502020204030204" pitchFamily="34" charset="0"/>
              </a:rPr>
              <a:t>1. Takım</a:t>
            </a:r>
          </a:p>
        </p:txBody>
      </p:sp>
      <p:cxnSp>
        <p:nvCxnSpPr>
          <p:cNvPr id="52" name="Straight Connector 4">
            <a:extLst>
              <a:ext uri="{FF2B5EF4-FFF2-40B4-BE49-F238E27FC236}">
                <a16:creationId xmlns:a16="http://schemas.microsoft.com/office/drawing/2014/main" id="{11CF91BB-2CFD-B4E9-02F7-404C0B6F9F68}"/>
              </a:ext>
            </a:extLst>
          </p:cNvPr>
          <p:cNvCxnSpPr>
            <a:cxnSpLocks/>
          </p:cNvCxnSpPr>
          <p:nvPr/>
        </p:nvCxnSpPr>
        <p:spPr>
          <a:xfrm>
            <a:off x="660702" y="1470944"/>
            <a:ext cx="672767" cy="0"/>
          </a:xfrm>
          <a:prstGeom prst="line">
            <a:avLst/>
          </a:prstGeom>
          <a:noFill/>
          <a:ln w="76200" cap="rnd" cmpd="sng" algn="ctr">
            <a:gradFill flip="none" rotWithShape="1">
              <a:gsLst>
                <a:gs pos="53000">
                  <a:srgbClr val="E86024"/>
                </a:gs>
                <a:gs pos="99000">
                  <a:srgbClr val="D31467"/>
                </a:gs>
              </a:gsLst>
              <a:lin ang="18900000" scaled="1"/>
              <a:tileRect/>
            </a:gradFill>
            <a:prstDash val="solid"/>
            <a:round/>
          </a:ln>
          <a:effectLst/>
        </p:spPr>
      </p:cxnSp>
      <p:sp>
        <p:nvSpPr>
          <p:cNvPr id="2" name="Metin kutusu 1">
            <a:extLst>
              <a:ext uri="{FF2B5EF4-FFF2-40B4-BE49-F238E27FC236}">
                <a16:creationId xmlns:a16="http://schemas.microsoft.com/office/drawing/2014/main" id="{F9DD90A8-445A-AC68-4449-D926159FD31D}"/>
              </a:ext>
            </a:extLst>
          </p:cNvPr>
          <p:cNvSpPr txBox="1"/>
          <p:nvPr/>
        </p:nvSpPr>
        <p:spPr>
          <a:xfrm>
            <a:off x="1202031" y="3017004"/>
            <a:ext cx="3206338" cy="830997"/>
          </a:xfrm>
          <a:prstGeom prst="rect">
            <a:avLst/>
          </a:prstGeom>
          <a:noFill/>
        </p:spPr>
        <p:txBody>
          <a:bodyPr wrap="square" rtlCol="0">
            <a:spAutoFit/>
          </a:bodyPr>
          <a:lstStyle/>
          <a:p>
            <a:pPr algn="ctr"/>
            <a:r>
              <a:rPr lang="tr-TR" sz="4800" b="1" dirty="0">
                <a:solidFill>
                  <a:schemeClr val="bg1"/>
                </a:solidFill>
                <a:latin typeface="Calibri" panose="020F0502020204030204" pitchFamily="34" charset="0"/>
                <a:ea typeface="Calibri" panose="020F0502020204030204" pitchFamily="34" charset="0"/>
                <a:cs typeface="Calibri" panose="020F0502020204030204" pitchFamily="34" charset="0"/>
              </a:rPr>
              <a:t>100.000 TL</a:t>
            </a:r>
          </a:p>
        </p:txBody>
      </p:sp>
      <p:sp>
        <p:nvSpPr>
          <p:cNvPr id="7" name="Yuvarlatılmış Dikdörtgen 6">
            <a:extLst>
              <a:ext uri="{FF2B5EF4-FFF2-40B4-BE49-F238E27FC236}">
                <a16:creationId xmlns:a16="http://schemas.microsoft.com/office/drawing/2014/main" id="{4D07233B-BD6A-D5BD-CEB1-6387F6DD53A2}"/>
              </a:ext>
            </a:extLst>
          </p:cNvPr>
          <p:cNvSpPr/>
          <p:nvPr/>
        </p:nvSpPr>
        <p:spPr>
          <a:xfrm>
            <a:off x="4622124" y="2158163"/>
            <a:ext cx="3206338" cy="2262904"/>
          </a:xfrm>
          <a:prstGeom prst="roundRect">
            <a:avLst>
              <a:gd name="adj" fmla="val 6475"/>
            </a:avLst>
          </a:prstGeom>
          <a:solidFill>
            <a:srgbClr val="FC661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tr-TR">
              <a:latin typeface="Calibri" panose="020F0502020204030204" pitchFamily="34" charset="0"/>
              <a:ea typeface="Calibri" panose="020F0502020204030204" pitchFamily="34" charset="0"/>
              <a:cs typeface="Calibri" panose="020F0502020204030204" pitchFamily="34" charset="0"/>
            </a:endParaRPr>
          </a:p>
        </p:txBody>
      </p:sp>
      <p:sp>
        <p:nvSpPr>
          <p:cNvPr id="8" name="Metin kutusu 7">
            <a:extLst>
              <a:ext uri="{FF2B5EF4-FFF2-40B4-BE49-F238E27FC236}">
                <a16:creationId xmlns:a16="http://schemas.microsoft.com/office/drawing/2014/main" id="{4A26C7F8-2E09-EFB2-7E64-2F35FC55FD45}"/>
              </a:ext>
            </a:extLst>
          </p:cNvPr>
          <p:cNvSpPr txBox="1"/>
          <p:nvPr/>
        </p:nvSpPr>
        <p:spPr>
          <a:xfrm>
            <a:off x="5309828" y="2616894"/>
            <a:ext cx="1830930" cy="400110"/>
          </a:xfrm>
          <a:prstGeom prst="rect">
            <a:avLst/>
          </a:prstGeom>
          <a:noFill/>
        </p:spPr>
        <p:txBody>
          <a:bodyPr wrap="square" rtlCol="0">
            <a:spAutoFit/>
          </a:bodyPr>
          <a:lstStyle/>
          <a:p>
            <a:pPr algn="ctr"/>
            <a:r>
              <a:rPr lang="tr-TR" sz="2000" b="1" dirty="0">
                <a:solidFill>
                  <a:schemeClr val="bg1"/>
                </a:solidFill>
                <a:latin typeface="Calibri" panose="020F0502020204030204" pitchFamily="34" charset="0"/>
                <a:ea typeface="Calibri" panose="020F0502020204030204" pitchFamily="34" charset="0"/>
                <a:cs typeface="Calibri" panose="020F0502020204030204" pitchFamily="34" charset="0"/>
              </a:rPr>
              <a:t>2. Takım</a:t>
            </a:r>
          </a:p>
        </p:txBody>
      </p:sp>
      <p:sp>
        <p:nvSpPr>
          <p:cNvPr id="9" name="Metin kutusu 8">
            <a:extLst>
              <a:ext uri="{FF2B5EF4-FFF2-40B4-BE49-F238E27FC236}">
                <a16:creationId xmlns:a16="http://schemas.microsoft.com/office/drawing/2014/main" id="{2E0E5CAE-D2DD-2DE5-4442-8D87976EC442}"/>
              </a:ext>
            </a:extLst>
          </p:cNvPr>
          <p:cNvSpPr txBox="1"/>
          <p:nvPr/>
        </p:nvSpPr>
        <p:spPr>
          <a:xfrm>
            <a:off x="4622124" y="3017004"/>
            <a:ext cx="3206338" cy="830997"/>
          </a:xfrm>
          <a:prstGeom prst="rect">
            <a:avLst/>
          </a:prstGeom>
          <a:noFill/>
        </p:spPr>
        <p:txBody>
          <a:bodyPr wrap="square" rtlCol="0">
            <a:spAutoFit/>
          </a:bodyPr>
          <a:lstStyle/>
          <a:p>
            <a:pPr algn="ctr"/>
            <a:r>
              <a:rPr lang="tr-TR" sz="4800" b="1" dirty="0">
                <a:solidFill>
                  <a:schemeClr val="bg1"/>
                </a:solidFill>
                <a:latin typeface="Calibri" panose="020F0502020204030204" pitchFamily="34" charset="0"/>
                <a:ea typeface="Calibri" panose="020F0502020204030204" pitchFamily="34" charset="0"/>
                <a:cs typeface="Calibri" panose="020F0502020204030204" pitchFamily="34" charset="0"/>
              </a:rPr>
              <a:t>70.000 TL</a:t>
            </a:r>
          </a:p>
        </p:txBody>
      </p:sp>
      <p:sp>
        <p:nvSpPr>
          <p:cNvPr id="10" name="Yuvarlatılmış Dikdörtgen 9">
            <a:extLst>
              <a:ext uri="{FF2B5EF4-FFF2-40B4-BE49-F238E27FC236}">
                <a16:creationId xmlns:a16="http://schemas.microsoft.com/office/drawing/2014/main" id="{D4171991-5E48-125D-7EFC-33859ABFA049}"/>
              </a:ext>
            </a:extLst>
          </p:cNvPr>
          <p:cNvSpPr/>
          <p:nvPr/>
        </p:nvSpPr>
        <p:spPr>
          <a:xfrm>
            <a:off x="8042218" y="2158163"/>
            <a:ext cx="3206338" cy="2262904"/>
          </a:xfrm>
          <a:prstGeom prst="roundRect">
            <a:avLst>
              <a:gd name="adj" fmla="val 6475"/>
            </a:avLst>
          </a:prstGeom>
          <a:solidFill>
            <a:srgbClr val="FC661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tr-TR">
              <a:latin typeface="Calibri" panose="020F0502020204030204" pitchFamily="34" charset="0"/>
              <a:ea typeface="Calibri" panose="020F0502020204030204" pitchFamily="34" charset="0"/>
              <a:cs typeface="Calibri" panose="020F0502020204030204" pitchFamily="34" charset="0"/>
            </a:endParaRPr>
          </a:p>
        </p:txBody>
      </p:sp>
      <p:sp>
        <p:nvSpPr>
          <p:cNvPr id="11" name="Metin kutusu 10">
            <a:extLst>
              <a:ext uri="{FF2B5EF4-FFF2-40B4-BE49-F238E27FC236}">
                <a16:creationId xmlns:a16="http://schemas.microsoft.com/office/drawing/2014/main" id="{4ED454B2-7C6F-F784-728D-D5C5AF1A58B8}"/>
              </a:ext>
            </a:extLst>
          </p:cNvPr>
          <p:cNvSpPr txBox="1"/>
          <p:nvPr/>
        </p:nvSpPr>
        <p:spPr>
          <a:xfrm>
            <a:off x="8729922" y="2616894"/>
            <a:ext cx="1830930" cy="400110"/>
          </a:xfrm>
          <a:prstGeom prst="rect">
            <a:avLst/>
          </a:prstGeom>
          <a:noFill/>
        </p:spPr>
        <p:txBody>
          <a:bodyPr wrap="square" rtlCol="0">
            <a:spAutoFit/>
          </a:bodyPr>
          <a:lstStyle/>
          <a:p>
            <a:pPr algn="ctr"/>
            <a:r>
              <a:rPr lang="tr-TR" sz="2000" b="1" dirty="0">
                <a:solidFill>
                  <a:schemeClr val="bg1"/>
                </a:solidFill>
                <a:latin typeface="Calibri" panose="020F0502020204030204" pitchFamily="34" charset="0"/>
                <a:ea typeface="Calibri" panose="020F0502020204030204" pitchFamily="34" charset="0"/>
                <a:cs typeface="Calibri" panose="020F0502020204030204" pitchFamily="34" charset="0"/>
              </a:rPr>
              <a:t>3. Takım</a:t>
            </a:r>
          </a:p>
        </p:txBody>
      </p:sp>
      <p:sp>
        <p:nvSpPr>
          <p:cNvPr id="13" name="Metin kutusu 12">
            <a:extLst>
              <a:ext uri="{FF2B5EF4-FFF2-40B4-BE49-F238E27FC236}">
                <a16:creationId xmlns:a16="http://schemas.microsoft.com/office/drawing/2014/main" id="{D991BC81-967E-CF59-D635-57B5B9039F9E}"/>
              </a:ext>
            </a:extLst>
          </p:cNvPr>
          <p:cNvSpPr txBox="1"/>
          <p:nvPr/>
        </p:nvSpPr>
        <p:spPr>
          <a:xfrm>
            <a:off x="8042218" y="3017004"/>
            <a:ext cx="3206338" cy="830997"/>
          </a:xfrm>
          <a:prstGeom prst="rect">
            <a:avLst/>
          </a:prstGeom>
          <a:noFill/>
        </p:spPr>
        <p:txBody>
          <a:bodyPr wrap="square" rtlCol="0">
            <a:spAutoFit/>
          </a:bodyPr>
          <a:lstStyle/>
          <a:p>
            <a:pPr algn="ctr"/>
            <a:r>
              <a:rPr lang="tr-TR" sz="4800" b="1" dirty="0">
                <a:solidFill>
                  <a:schemeClr val="bg1"/>
                </a:solidFill>
                <a:latin typeface="Calibri" panose="020F0502020204030204" pitchFamily="34" charset="0"/>
                <a:ea typeface="Calibri" panose="020F0502020204030204" pitchFamily="34" charset="0"/>
                <a:cs typeface="Calibri" panose="020F0502020204030204" pitchFamily="34" charset="0"/>
              </a:rPr>
              <a:t>30.000 TL</a:t>
            </a:r>
          </a:p>
        </p:txBody>
      </p:sp>
    </p:spTree>
    <p:extLst>
      <p:ext uri="{BB962C8B-B14F-4D97-AF65-F5344CB8AC3E}">
        <p14:creationId xmlns:p14="http://schemas.microsoft.com/office/powerpoint/2010/main" val="2467848953"/>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with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fade">
                                      <p:cBhvr>
                                        <p:cTn id="7" dur="1000"/>
                                        <p:tgtEl>
                                          <p:spTgt spid="15"/>
                                        </p:tgtEl>
                                      </p:cBhvr>
                                    </p:animEffect>
                                    <p:anim calcmode="lin" valueType="num">
                                      <p:cBhvr>
                                        <p:cTn id="8" dur="1000" fill="hold"/>
                                        <p:tgtEl>
                                          <p:spTgt spid="15"/>
                                        </p:tgtEl>
                                        <p:attrNameLst>
                                          <p:attrName>ppt_x</p:attrName>
                                        </p:attrNameLst>
                                      </p:cBhvr>
                                      <p:tavLst>
                                        <p:tav tm="0">
                                          <p:val>
                                            <p:strVal val="#ppt_x"/>
                                          </p:val>
                                        </p:tav>
                                        <p:tav tm="100000">
                                          <p:val>
                                            <p:strVal val="#ppt_x"/>
                                          </p:val>
                                        </p:tav>
                                      </p:tavLst>
                                    </p:anim>
                                    <p:anim calcmode="lin" valueType="num">
                                      <p:cBhvr>
                                        <p:cTn id="9" dur="1000" fill="hold"/>
                                        <p:tgtEl>
                                          <p:spTgt spid="15"/>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14"/>
                                        </p:tgtEl>
                                        <p:attrNameLst>
                                          <p:attrName>style.visibility</p:attrName>
                                        </p:attrNameLst>
                                      </p:cBhvr>
                                      <p:to>
                                        <p:strVal val="visible"/>
                                      </p:to>
                                    </p:set>
                                    <p:animEffect transition="in" filter="fade">
                                      <p:cBhvr>
                                        <p:cTn id="12" dur="1000"/>
                                        <p:tgtEl>
                                          <p:spTgt spid="14"/>
                                        </p:tgtEl>
                                      </p:cBhvr>
                                    </p:animEffect>
                                    <p:anim calcmode="lin" valueType="num">
                                      <p:cBhvr>
                                        <p:cTn id="13" dur="1000" fill="hold"/>
                                        <p:tgtEl>
                                          <p:spTgt spid="14"/>
                                        </p:tgtEl>
                                        <p:attrNameLst>
                                          <p:attrName>ppt_x</p:attrName>
                                        </p:attrNameLst>
                                      </p:cBhvr>
                                      <p:tavLst>
                                        <p:tav tm="0">
                                          <p:val>
                                            <p:strVal val="#ppt_x"/>
                                          </p:val>
                                        </p:tav>
                                        <p:tav tm="100000">
                                          <p:val>
                                            <p:strVal val="#ppt_x"/>
                                          </p:val>
                                        </p:tav>
                                      </p:tavLst>
                                    </p:anim>
                                    <p:anim calcmode="lin" valueType="num">
                                      <p:cBhvr>
                                        <p:cTn id="14" dur="1000" fill="hold"/>
                                        <p:tgtEl>
                                          <p:spTgt spid="14"/>
                                        </p:tgtEl>
                                        <p:attrNameLst>
                                          <p:attrName>ppt_y</p:attrName>
                                        </p:attrNameLst>
                                      </p:cBhvr>
                                      <p:tavLst>
                                        <p:tav tm="0">
                                          <p:val>
                                            <p:strVal val="#ppt_y+.1"/>
                                          </p:val>
                                        </p:tav>
                                        <p:tav tm="100000">
                                          <p:val>
                                            <p:strVal val="#ppt_y"/>
                                          </p:val>
                                        </p:tav>
                                      </p:tavLst>
                                    </p:anim>
                                  </p:childTnLst>
                                </p:cTn>
                              </p:par>
                              <p:par>
                                <p:cTn id="15" presetID="42" presetClass="entr" presetSubtype="0" fill="hold" nodeType="withEffect">
                                  <p:stCondLst>
                                    <p:cond delay="0"/>
                                  </p:stCondLst>
                                  <p:childTnLst>
                                    <p:set>
                                      <p:cBhvr>
                                        <p:cTn id="16" dur="1" fill="hold">
                                          <p:stCondLst>
                                            <p:cond delay="0"/>
                                          </p:stCondLst>
                                        </p:cTn>
                                        <p:tgtEl>
                                          <p:spTgt spid="16"/>
                                        </p:tgtEl>
                                        <p:attrNameLst>
                                          <p:attrName>style.visibility</p:attrName>
                                        </p:attrNameLst>
                                      </p:cBhvr>
                                      <p:to>
                                        <p:strVal val="visible"/>
                                      </p:to>
                                    </p:set>
                                    <p:animEffect transition="in" filter="fade">
                                      <p:cBhvr>
                                        <p:cTn id="17" dur="1000"/>
                                        <p:tgtEl>
                                          <p:spTgt spid="16"/>
                                        </p:tgtEl>
                                      </p:cBhvr>
                                    </p:animEffect>
                                    <p:anim calcmode="lin" valueType="num">
                                      <p:cBhvr>
                                        <p:cTn id="18" dur="1000" fill="hold"/>
                                        <p:tgtEl>
                                          <p:spTgt spid="16"/>
                                        </p:tgtEl>
                                        <p:attrNameLst>
                                          <p:attrName>ppt_x</p:attrName>
                                        </p:attrNameLst>
                                      </p:cBhvr>
                                      <p:tavLst>
                                        <p:tav tm="0">
                                          <p:val>
                                            <p:strVal val="#ppt_x"/>
                                          </p:val>
                                        </p:tav>
                                        <p:tav tm="100000">
                                          <p:val>
                                            <p:strVal val="#ppt_x"/>
                                          </p:val>
                                        </p:tav>
                                      </p:tavLst>
                                    </p:anim>
                                    <p:anim calcmode="lin" valueType="num">
                                      <p:cBhvr>
                                        <p:cTn id="19" dur="1000" fill="hold"/>
                                        <p:tgtEl>
                                          <p:spTgt spid="1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0E946A-2C82-A8E6-D589-F1FDDF2B86D1}"/>
            </a:ext>
          </a:extLst>
        </p:cNvPr>
        <p:cNvGrpSpPr/>
        <p:nvPr/>
      </p:nvGrpSpPr>
      <p:grpSpPr>
        <a:xfrm>
          <a:off x="0" y="0"/>
          <a:ext cx="0" cy="0"/>
          <a:chOff x="0" y="0"/>
          <a:chExt cx="0" cy="0"/>
        </a:xfrm>
      </p:grpSpPr>
      <p:pic>
        <p:nvPicPr>
          <p:cNvPr id="5" name="Resim 4" descr="yazı tipi, grafik, grafik tasarım, metin içeren bir resim&#10;&#10;Yapay zeka tarafından oluşturulmuş içerik yanlış olabilir.">
            <a:extLst>
              <a:ext uri="{FF2B5EF4-FFF2-40B4-BE49-F238E27FC236}">
                <a16:creationId xmlns:a16="http://schemas.microsoft.com/office/drawing/2014/main" id="{A6575D4D-50FA-0C77-9E3E-7474F49F8462}"/>
              </a:ext>
            </a:extLst>
          </p:cNvPr>
          <p:cNvPicPr>
            <a:picLocks noChangeAspect="1"/>
          </p:cNvPicPr>
          <p:nvPr/>
        </p:nvPicPr>
        <p:blipFill>
          <a:blip r:embed="rId2"/>
          <a:stretch>
            <a:fillRect/>
          </a:stretch>
        </p:blipFill>
        <p:spPr>
          <a:xfrm>
            <a:off x="8508003" y="731427"/>
            <a:ext cx="2984500" cy="1028700"/>
          </a:xfrm>
          <a:prstGeom prst="rect">
            <a:avLst/>
          </a:prstGeom>
        </p:spPr>
      </p:pic>
      <p:pic>
        <p:nvPicPr>
          <p:cNvPr id="7" name="Resim 6" descr="metin, yazı tipi, grafik, poster içeren bir resim&#10;&#10;Yapay zeka tarafından oluşturulmuş içerik yanlış olabilir.">
            <a:extLst>
              <a:ext uri="{FF2B5EF4-FFF2-40B4-BE49-F238E27FC236}">
                <a16:creationId xmlns:a16="http://schemas.microsoft.com/office/drawing/2014/main" id="{D60AD816-C3ED-7659-4919-A8A4AAFB7792}"/>
              </a:ext>
            </a:extLst>
          </p:cNvPr>
          <p:cNvPicPr>
            <a:picLocks noChangeAspect="1"/>
          </p:cNvPicPr>
          <p:nvPr/>
        </p:nvPicPr>
        <p:blipFill>
          <a:blip r:embed="rId3"/>
          <a:stretch>
            <a:fillRect/>
          </a:stretch>
        </p:blipFill>
        <p:spPr>
          <a:xfrm>
            <a:off x="677943" y="4497183"/>
            <a:ext cx="1529575" cy="1732168"/>
          </a:xfrm>
          <a:prstGeom prst="rect">
            <a:avLst/>
          </a:prstGeom>
        </p:spPr>
      </p:pic>
      <p:sp>
        <p:nvSpPr>
          <p:cNvPr id="17" name="Metin kutusu 16">
            <a:extLst>
              <a:ext uri="{FF2B5EF4-FFF2-40B4-BE49-F238E27FC236}">
                <a16:creationId xmlns:a16="http://schemas.microsoft.com/office/drawing/2014/main" id="{F112DFBC-9237-6630-01AC-07F1FFBF8448}"/>
              </a:ext>
            </a:extLst>
          </p:cNvPr>
          <p:cNvSpPr txBox="1"/>
          <p:nvPr/>
        </p:nvSpPr>
        <p:spPr>
          <a:xfrm>
            <a:off x="793322" y="1245777"/>
            <a:ext cx="4228978" cy="1477328"/>
          </a:xfrm>
          <a:prstGeom prst="rect">
            <a:avLst/>
          </a:prstGeom>
          <a:noFill/>
        </p:spPr>
        <p:txBody>
          <a:bodyPr wrap="none" rtlCol="0">
            <a:spAutoFit/>
          </a:bodyPr>
          <a:lstStyle/>
          <a:p>
            <a:r>
              <a:rPr lang="tr-TR" sz="3000" b="1" dirty="0">
                <a:solidFill>
                  <a:srgbClr val="FC6619"/>
                </a:solidFill>
                <a:latin typeface="Calibri" panose="020F0502020204030204" pitchFamily="34" charset="0"/>
                <a:cs typeface="Calibri" panose="020F0502020204030204" pitchFamily="34" charset="0"/>
              </a:rPr>
              <a:t>GELECEĞİN ŞEBEKELERİNİ</a:t>
            </a:r>
            <a:br>
              <a:rPr lang="tr-TR" sz="3000" b="1" dirty="0">
                <a:solidFill>
                  <a:srgbClr val="FC6619"/>
                </a:solidFill>
                <a:latin typeface="Calibri" panose="020F0502020204030204" pitchFamily="34" charset="0"/>
                <a:cs typeface="Calibri" panose="020F0502020204030204" pitchFamily="34" charset="0"/>
              </a:rPr>
            </a:br>
            <a:r>
              <a:rPr lang="tr-TR" sz="3000" b="1" dirty="0">
                <a:solidFill>
                  <a:srgbClr val="FC6619"/>
                </a:solidFill>
                <a:latin typeface="Calibri" panose="020F0502020204030204" pitchFamily="34" charset="0"/>
                <a:cs typeface="Calibri" panose="020F0502020204030204" pitchFamily="34" charset="0"/>
              </a:rPr>
              <a:t>VERİDEN GÜÇ ALARAK</a:t>
            </a:r>
            <a:br>
              <a:rPr lang="tr-TR" sz="3000" b="1" dirty="0">
                <a:solidFill>
                  <a:srgbClr val="FC6619"/>
                </a:solidFill>
                <a:latin typeface="Calibri" panose="020F0502020204030204" pitchFamily="34" charset="0"/>
                <a:cs typeface="Calibri" panose="020F0502020204030204" pitchFamily="34" charset="0"/>
              </a:rPr>
            </a:br>
            <a:r>
              <a:rPr lang="tr-TR" sz="3000" b="1" dirty="0">
                <a:solidFill>
                  <a:srgbClr val="FC6619"/>
                </a:solidFill>
                <a:latin typeface="Calibri" panose="020F0502020204030204" pitchFamily="34" charset="0"/>
                <a:cs typeface="Calibri" panose="020F0502020204030204" pitchFamily="34" charset="0"/>
              </a:rPr>
              <a:t>BİRLİKTE TASARLIYORUZ</a:t>
            </a:r>
          </a:p>
        </p:txBody>
      </p:sp>
      <p:pic>
        <p:nvPicPr>
          <p:cNvPr id="4" name="Resim 3" descr="portakal, turuncu, tasarım, yaratıcılık içeren bir resim&#10;&#10;Yapay zeka tarafından oluşturulmuş içerik yanlış olabilir.">
            <a:extLst>
              <a:ext uri="{FF2B5EF4-FFF2-40B4-BE49-F238E27FC236}">
                <a16:creationId xmlns:a16="http://schemas.microsoft.com/office/drawing/2014/main" id="{34A3160A-FABC-04B9-89EA-F5885652137D}"/>
              </a:ext>
            </a:extLst>
          </p:cNvPr>
          <p:cNvPicPr>
            <a:picLocks noChangeAspect="1"/>
          </p:cNvPicPr>
          <p:nvPr/>
        </p:nvPicPr>
        <p:blipFill>
          <a:blip r:embed="rId4"/>
          <a:srcRect b="61584"/>
          <a:stretch>
            <a:fillRect/>
          </a:stretch>
        </p:blipFill>
        <p:spPr>
          <a:xfrm>
            <a:off x="5679610" y="1997841"/>
            <a:ext cx="6393768" cy="5040913"/>
          </a:xfrm>
          <a:prstGeom prst="rect">
            <a:avLst/>
          </a:prstGeom>
        </p:spPr>
      </p:pic>
      <p:pic>
        <p:nvPicPr>
          <p:cNvPr id="6" name="Resim 5" descr="yeşil, tasarım içeren bir resim&#10;&#10;Yapay zeka tarafından oluşturulmuş içerik yanlış olabilir.">
            <a:extLst>
              <a:ext uri="{FF2B5EF4-FFF2-40B4-BE49-F238E27FC236}">
                <a16:creationId xmlns:a16="http://schemas.microsoft.com/office/drawing/2014/main" id="{2B06D52B-497D-1609-8FE4-679CB34EB596}"/>
              </a:ext>
            </a:extLst>
          </p:cNvPr>
          <p:cNvPicPr>
            <a:picLocks noChangeAspect="1"/>
          </p:cNvPicPr>
          <p:nvPr/>
        </p:nvPicPr>
        <p:blipFill>
          <a:blip r:embed="rId5"/>
          <a:srcRect b="38169"/>
          <a:stretch>
            <a:fillRect/>
          </a:stretch>
        </p:blipFill>
        <p:spPr>
          <a:xfrm>
            <a:off x="9756253" y="2981991"/>
            <a:ext cx="3197374" cy="4056763"/>
          </a:xfrm>
          <a:prstGeom prst="rect">
            <a:avLst/>
          </a:prstGeom>
        </p:spPr>
      </p:pic>
      <p:pic>
        <p:nvPicPr>
          <p:cNvPr id="8" name="Resim 7" descr="meneviş mavisi, ekran görüntüsü, mavi, tasarım içeren bir resim&#10;&#10;Yapay zeka tarafından oluşturulmuş içerik yanlış olabilir.">
            <a:extLst>
              <a:ext uri="{FF2B5EF4-FFF2-40B4-BE49-F238E27FC236}">
                <a16:creationId xmlns:a16="http://schemas.microsoft.com/office/drawing/2014/main" id="{A0660860-57B5-9C9B-69E5-6690DD7623E7}"/>
              </a:ext>
            </a:extLst>
          </p:cNvPr>
          <p:cNvPicPr>
            <a:picLocks noChangeAspect="1"/>
          </p:cNvPicPr>
          <p:nvPr/>
        </p:nvPicPr>
        <p:blipFill>
          <a:blip r:embed="rId6"/>
          <a:srcRect b="74484"/>
          <a:stretch>
            <a:fillRect/>
          </a:stretch>
        </p:blipFill>
        <p:spPr>
          <a:xfrm>
            <a:off x="6253579" y="5639784"/>
            <a:ext cx="2671397" cy="1398970"/>
          </a:xfrm>
          <a:prstGeom prst="rect">
            <a:avLst/>
          </a:prstGeom>
        </p:spPr>
      </p:pic>
      <p:sp>
        <p:nvSpPr>
          <p:cNvPr id="2" name="Metin kutusu 1">
            <a:extLst>
              <a:ext uri="{FF2B5EF4-FFF2-40B4-BE49-F238E27FC236}">
                <a16:creationId xmlns:a16="http://schemas.microsoft.com/office/drawing/2014/main" id="{47B51E74-38CA-1480-74F0-EC4BB50D2659}"/>
              </a:ext>
            </a:extLst>
          </p:cNvPr>
          <p:cNvSpPr txBox="1"/>
          <p:nvPr/>
        </p:nvSpPr>
        <p:spPr>
          <a:xfrm>
            <a:off x="793322" y="2777638"/>
            <a:ext cx="3305713" cy="1015663"/>
          </a:xfrm>
          <a:prstGeom prst="rect">
            <a:avLst/>
          </a:prstGeom>
          <a:noFill/>
        </p:spPr>
        <p:txBody>
          <a:bodyPr wrap="none" rtlCol="0">
            <a:spAutoFit/>
          </a:bodyPr>
          <a:lstStyle/>
          <a:p>
            <a:r>
              <a:rPr lang="tr-TR" sz="2000" b="1" dirty="0">
                <a:solidFill>
                  <a:schemeClr val="tx1">
                    <a:lumMod val="75000"/>
                    <a:lumOff val="25000"/>
                  </a:schemeClr>
                </a:solidFill>
                <a:latin typeface="Calibri" panose="020F0502020204030204" pitchFamily="34" charset="0"/>
                <a:cs typeface="Calibri" panose="020F0502020204030204" pitchFamily="34" charset="0"/>
              </a:rPr>
              <a:t>Riski önceden gör.</a:t>
            </a:r>
          </a:p>
          <a:p>
            <a:r>
              <a:rPr lang="tr-TR" sz="2000" b="1" dirty="0">
                <a:solidFill>
                  <a:schemeClr val="tx1">
                    <a:lumMod val="75000"/>
                    <a:lumOff val="25000"/>
                  </a:schemeClr>
                </a:solidFill>
                <a:latin typeface="Calibri" panose="020F0502020204030204" pitchFamily="34" charset="0"/>
                <a:cs typeface="Calibri" panose="020F0502020204030204" pitchFamily="34" charset="0"/>
              </a:rPr>
              <a:t>Sahayı akıllı hale getir.</a:t>
            </a:r>
          </a:p>
          <a:p>
            <a:r>
              <a:rPr lang="tr-TR" sz="2000" b="1" dirty="0">
                <a:solidFill>
                  <a:schemeClr val="tx1">
                    <a:lumMod val="75000"/>
                    <a:lumOff val="25000"/>
                  </a:schemeClr>
                </a:solidFill>
                <a:latin typeface="Calibri" panose="020F0502020204030204" pitchFamily="34" charset="0"/>
                <a:cs typeface="Calibri" panose="020F0502020204030204" pitchFamily="34" charset="0"/>
              </a:rPr>
              <a:t>Arızayı gerçekleşmeden önle.</a:t>
            </a:r>
          </a:p>
        </p:txBody>
      </p:sp>
    </p:spTree>
    <p:extLst>
      <p:ext uri="{BB962C8B-B14F-4D97-AF65-F5344CB8AC3E}">
        <p14:creationId xmlns:p14="http://schemas.microsoft.com/office/powerpoint/2010/main" val="210293926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with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1000"/>
                                        <p:tgtEl>
                                          <p:spTgt spid="8"/>
                                        </p:tgtEl>
                                      </p:cBhvr>
                                    </p:animEffect>
                                    <p:anim calcmode="lin" valueType="num">
                                      <p:cBhvr>
                                        <p:cTn id="8" dur="1000" fill="hold"/>
                                        <p:tgtEl>
                                          <p:spTgt spid="8"/>
                                        </p:tgtEl>
                                        <p:attrNameLst>
                                          <p:attrName>ppt_x</p:attrName>
                                        </p:attrNameLst>
                                      </p:cBhvr>
                                      <p:tavLst>
                                        <p:tav tm="0">
                                          <p:val>
                                            <p:strVal val="#ppt_x"/>
                                          </p:val>
                                        </p:tav>
                                        <p:tav tm="100000">
                                          <p:val>
                                            <p:strVal val="#ppt_x"/>
                                          </p:val>
                                        </p:tav>
                                      </p:tavLst>
                                    </p:anim>
                                    <p:anim calcmode="lin" valueType="num">
                                      <p:cBhvr>
                                        <p:cTn id="9" dur="1000" fill="hold"/>
                                        <p:tgtEl>
                                          <p:spTgt spid="8"/>
                                        </p:tgtEl>
                                        <p:attrNameLst>
                                          <p:attrName>ppt_y</p:attrName>
                                        </p:attrNameLst>
                                      </p:cBhvr>
                                      <p:tavLst>
                                        <p:tav tm="0">
                                          <p:val>
                                            <p:strVal val="#ppt_y+.1"/>
                                          </p:val>
                                        </p:tav>
                                        <p:tav tm="100000">
                                          <p:val>
                                            <p:strVal val="#ppt_y"/>
                                          </p:val>
                                        </p:tav>
                                      </p:tavLst>
                                    </p:anim>
                                  </p:childTnLst>
                                </p:cTn>
                              </p:par>
                            </p:childTnLst>
                          </p:cTn>
                        </p:par>
                        <p:par>
                          <p:cTn id="10" fill="hold">
                            <p:stCondLst>
                              <p:cond delay="1000"/>
                            </p:stCondLst>
                            <p:childTnLst>
                              <p:par>
                                <p:cTn id="11" presetID="42" presetClass="entr" presetSubtype="0" fill="hold" nodeType="afterEffect">
                                  <p:stCondLst>
                                    <p:cond delay="0"/>
                                  </p:stCondLst>
                                  <p:childTnLst>
                                    <p:set>
                                      <p:cBhvr>
                                        <p:cTn id="12" dur="1" fill="hold">
                                          <p:stCondLst>
                                            <p:cond delay="0"/>
                                          </p:stCondLst>
                                        </p:cTn>
                                        <p:tgtEl>
                                          <p:spTgt spid="4"/>
                                        </p:tgtEl>
                                        <p:attrNameLst>
                                          <p:attrName>style.visibility</p:attrName>
                                        </p:attrNameLst>
                                      </p:cBhvr>
                                      <p:to>
                                        <p:strVal val="visible"/>
                                      </p:to>
                                    </p:set>
                                    <p:animEffect transition="in" filter="fade">
                                      <p:cBhvr>
                                        <p:cTn id="13" dur="1000"/>
                                        <p:tgtEl>
                                          <p:spTgt spid="4"/>
                                        </p:tgtEl>
                                      </p:cBhvr>
                                    </p:animEffect>
                                    <p:anim calcmode="lin" valueType="num">
                                      <p:cBhvr>
                                        <p:cTn id="14" dur="1000" fill="hold"/>
                                        <p:tgtEl>
                                          <p:spTgt spid="4"/>
                                        </p:tgtEl>
                                        <p:attrNameLst>
                                          <p:attrName>ppt_x</p:attrName>
                                        </p:attrNameLst>
                                      </p:cBhvr>
                                      <p:tavLst>
                                        <p:tav tm="0">
                                          <p:val>
                                            <p:strVal val="#ppt_x"/>
                                          </p:val>
                                        </p:tav>
                                        <p:tav tm="100000">
                                          <p:val>
                                            <p:strVal val="#ppt_x"/>
                                          </p:val>
                                        </p:tav>
                                      </p:tavLst>
                                    </p:anim>
                                    <p:anim calcmode="lin" valueType="num">
                                      <p:cBhvr>
                                        <p:cTn id="15" dur="1000" fill="hold"/>
                                        <p:tgtEl>
                                          <p:spTgt spid="4"/>
                                        </p:tgtEl>
                                        <p:attrNameLst>
                                          <p:attrName>ppt_y</p:attrName>
                                        </p:attrNameLst>
                                      </p:cBhvr>
                                      <p:tavLst>
                                        <p:tav tm="0">
                                          <p:val>
                                            <p:strVal val="#ppt_y+.1"/>
                                          </p:val>
                                        </p:tav>
                                        <p:tav tm="100000">
                                          <p:val>
                                            <p:strVal val="#ppt_y"/>
                                          </p:val>
                                        </p:tav>
                                      </p:tavLst>
                                    </p:anim>
                                  </p:childTnLst>
                                </p:cTn>
                              </p:par>
                            </p:childTnLst>
                          </p:cTn>
                        </p:par>
                        <p:par>
                          <p:cTn id="16" fill="hold">
                            <p:stCondLst>
                              <p:cond delay="2000"/>
                            </p:stCondLst>
                            <p:childTnLst>
                              <p:par>
                                <p:cTn id="17" presetID="42" presetClass="entr" presetSubtype="0" fill="hold" nodeType="afterEffect">
                                  <p:stCondLst>
                                    <p:cond delay="0"/>
                                  </p:stCondLst>
                                  <p:childTnLst>
                                    <p:set>
                                      <p:cBhvr>
                                        <p:cTn id="18" dur="1" fill="hold">
                                          <p:stCondLst>
                                            <p:cond delay="0"/>
                                          </p:stCondLst>
                                        </p:cTn>
                                        <p:tgtEl>
                                          <p:spTgt spid="6"/>
                                        </p:tgtEl>
                                        <p:attrNameLst>
                                          <p:attrName>style.visibility</p:attrName>
                                        </p:attrNameLst>
                                      </p:cBhvr>
                                      <p:to>
                                        <p:strVal val="visible"/>
                                      </p:to>
                                    </p:set>
                                    <p:animEffect transition="in" filter="fade">
                                      <p:cBhvr>
                                        <p:cTn id="19" dur="1000"/>
                                        <p:tgtEl>
                                          <p:spTgt spid="6"/>
                                        </p:tgtEl>
                                      </p:cBhvr>
                                    </p:animEffect>
                                    <p:anim calcmode="lin" valueType="num">
                                      <p:cBhvr>
                                        <p:cTn id="20" dur="1000" fill="hold"/>
                                        <p:tgtEl>
                                          <p:spTgt spid="6"/>
                                        </p:tgtEl>
                                        <p:attrNameLst>
                                          <p:attrName>ppt_x</p:attrName>
                                        </p:attrNameLst>
                                      </p:cBhvr>
                                      <p:tavLst>
                                        <p:tav tm="0">
                                          <p:val>
                                            <p:strVal val="#ppt_x"/>
                                          </p:val>
                                        </p:tav>
                                        <p:tav tm="100000">
                                          <p:val>
                                            <p:strVal val="#ppt_x"/>
                                          </p:val>
                                        </p:tav>
                                      </p:tavLst>
                                    </p:anim>
                                    <p:anim calcmode="lin" valueType="num">
                                      <p:cBhvr>
                                        <p:cTn id="21" dur="1000" fill="hold"/>
                                        <p:tgtEl>
                                          <p:spTgt spid="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BA61FC-D52E-523A-7954-242470E7B747}"/>
            </a:ext>
          </a:extLst>
        </p:cNvPr>
        <p:cNvGrpSpPr/>
        <p:nvPr/>
      </p:nvGrpSpPr>
      <p:grpSpPr>
        <a:xfrm>
          <a:off x="0" y="0"/>
          <a:ext cx="0" cy="0"/>
          <a:chOff x="0" y="0"/>
          <a:chExt cx="0" cy="0"/>
        </a:xfrm>
      </p:grpSpPr>
      <p:pic>
        <p:nvPicPr>
          <p:cNvPr id="5" name="Resim 4" descr="yazı tipi, grafik, grafik tasarım, metin içeren bir resim&#10;&#10;Yapay zeka tarafından oluşturulmuş içerik yanlış olabilir.">
            <a:extLst>
              <a:ext uri="{FF2B5EF4-FFF2-40B4-BE49-F238E27FC236}">
                <a16:creationId xmlns:a16="http://schemas.microsoft.com/office/drawing/2014/main" id="{AAA98B45-63FA-F6C2-1E5A-7F48D85FBC7E}"/>
              </a:ext>
            </a:extLst>
          </p:cNvPr>
          <p:cNvPicPr>
            <a:picLocks noChangeAspect="1"/>
          </p:cNvPicPr>
          <p:nvPr/>
        </p:nvPicPr>
        <p:blipFill>
          <a:blip r:embed="rId2"/>
          <a:stretch>
            <a:fillRect/>
          </a:stretch>
        </p:blipFill>
        <p:spPr>
          <a:xfrm>
            <a:off x="8508003" y="731427"/>
            <a:ext cx="2984500" cy="1028700"/>
          </a:xfrm>
          <a:prstGeom prst="rect">
            <a:avLst/>
          </a:prstGeom>
        </p:spPr>
      </p:pic>
      <p:pic>
        <p:nvPicPr>
          <p:cNvPr id="7" name="Resim 6" descr="metin, yazı tipi, grafik, poster içeren bir resim&#10;&#10;Yapay zeka tarafından oluşturulmuş içerik yanlış olabilir.">
            <a:extLst>
              <a:ext uri="{FF2B5EF4-FFF2-40B4-BE49-F238E27FC236}">
                <a16:creationId xmlns:a16="http://schemas.microsoft.com/office/drawing/2014/main" id="{C8F2619B-915C-CD4B-A0DD-E78788443AE9}"/>
              </a:ext>
            </a:extLst>
          </p:cNvPr>
          <p:cNvPicPr>
            <a:picLocks noChangeAspect="1"/>
          </p:cNvPicPr>
          <p:nvPr/>
        </p:nvPicPr>
        <p:blipFill>
          <a:blip r:embed="rId3"/>
          <a:stretch>
            <a:fillRect/>
          </a:stretch>
        </p:blipFill>
        <p:spPr>
          <a:xfrm>
            <a:off x="677943" y="4497183"/>
            <a:ext cx="1529575" cy="1732168"/>
          </a:xfrm>
          <a:prstGeom prst="rect">
            <a:avLst/>
          </a:prstGeom>
        </p:spPr>
      </p:pic>
      <p:sp>
        <p:nvSpPr>
          <p:cNvPr id="17" name="Metin kutusu 16">
            <a:extLst>
              <a:ext uri="{FF2B5EF4-FFF2-40B4-BE49-F238E27FC236}">
                <a16:creationId xmlns:a16="http://schemas.microsoft.com/office/drawing/2014/main" id="{B95DEF88-D7E8-AC3B-B72F-7235614C9477}"/>
              </a:ext>
            </a:extLst>
          </p:cNvPr>
          <p:cNvSpPr txBox="1"/>
          <p:nvPr/>
        </p:nvSpPr>
        <p:spPr>
          <a:xfrm>
            <a:off x="793322" y="2289294"/>
            <a:ext cx="5118452" cy="1200329"/>
          </a:xfrm>
          <a:prstGeom prst="rect">
            <a:avLst/>
          </a:prstGeom>
          <a:noFill/>
        </p:spPr>
        <p:txBody>
          <a:bodyPr wrap="none" rtlCol="0">
            <a:spAutoFit/>
          </a:bodyPr>
          <a:lstStyle/>
          <a:p>
            <a:r>
              <a:rPr lang="tr-TR" sz="7200" b="1" dirty="0">
                <a:solidFill>
                  <a:srgbClr val="FC6619"/>
                </a:solidFill>
              </a:rPr>
              <a:t>Soru-Cevap</a:t>
            </a:r>
          </a:p>
        </p:txBody>
      </p:sp>
      <p:pic>
        <p:nvPicPr>
          <p:cNvPr id="3" name="Resim 2" descr="grafik, kırpıntı çizim, grafik tasarım, çizgi film içeren bir resim&#10;&#10;Yapay zeka tarafından oluşturulmuş içerik yanlış olabilir.">
            <a:extLst>
              <a:ext uri="{FF2B5EF4-FFF2-40B4-BE49-F238E27FC236}">
                <a16:creationId xmlns:a16="http://schemas.microsoft.com/office/drawing/2014/main" id="{603C15B3-6308-D5F4-B5CC-A3C3751D3857}"/>
              </a:ext>
            </a:extLst>
          </p:cNvPr>
          <p:cNvPicPr>
            <a:picLocks noChangeAspect="1"/>
          </p:cNvPicPr>
          <p:nvPr/>
        </p:nvPicPr>
        <p:blipFill>
          <a:blip r:embed="rId4"/>
          <a:stretch>
            <a:fillRect/>
          </a:stretch>
        </p:blipFill>
        <p:spPr>
          <a:xfrm>
            <a:off x="859588" y="1245777"/>
            <a:ext cx="1166284" cy="1043517"/>
          </a:xfrm>
          <a:prstGeom prst="rect">
            <a:avLst/>
          </a:prstGeom>
        </p:spPr>
      </p:pic>
      <p:pic>
        <p:nvPicPr>
          <p:cNvPr id="4" name="Resim 3" descr="portakal, turuncu, tasarım, yaratıcılık içeren bir resim&#10;&#10;Yapay zeka tarafından oluşturulmuş içerik yanlış olabilir.">
            <a:extLst>
              <a:ext uri="{FF2B5EF4-FFF2-40B4-BE49-F238E27FC236}">
                <a16:creationId xmlns:a16="http://schemas.microsoft.com/office/drawing/2014/main" id="{798B5D68-7DC6-8B53-85DD-63078D859A8C}"/>
              </a:ext>
            </a:extLst>
          </p:cNvPr>
          <p:cNvPicPr>
            <a:picLocks noChangeAspect="1"/>
          </p:cNvPicPr>
          <p:nvPr/>
        </p:nvPicPr>
        <p:blipFill>
          <a:blip r:embed="rId5"/>
          <a:srcRect b="61584"/>
          <a:stretch>
            <a:fillRect/>
          </a:stretch>
        </p:blipFill>
        <p:spPr>
          <a:xfrm>
            <a:off x="5679610" y="1997841"/>
            <a:ext cx="6393768" cy="5040913"/>
          </a:xfrm>
          <a:prstGeom prst="rect">
            <a:avLst/>
          </a:prstGeom>
        </p:spPr>
      </p:pic>
      <p:pic>
        <p:nvPicPr>
          <p:cNvPr id="6" name="Resim 5" descr="yeşil, tasarım içeren bir resim&#10;&#10;Yapay zeka tarafından oluşturulmuş içerik yanlış olabilir.">
            <a:extLst>
              <a:ext uri="{FF2B5EF4-FFF2-40B4-BE49-F238E27FC236}">
                <a16:creationId xmlns:a16="http://schemas.microsoft.com/office/drawing/2014/main" id="{1C5D3349-47A2-118C-8DB5-C99B100451DB}"/>
              </a:ext>
            </a:extLst>
          </p:cNvPr>
          <p:cNvPicPr>
            <a:picLocks noChangeAspect="1"/>
          </p:cNvPicPr>
          <p:nvPr/>
        </p:nvPicPr>
        <p:blipFill>
          <a:blip r:embed="rId6"/>
          <a:srcRect b="38169"/>
          <a:stretch>
            <a:fillRect/>
          </a:stretch>
        </p:blipFill>
        <p:spPr>
          <a:xfrm>
            <a:off x="9756253" y="2981991"/>
            <a:ext cx="3197374" cy="4056763"/>
          </a:xfrm>
          <a:prstGeom prst="rect">
            <a:avLst/>
          </a:prstGeom>
        </p:spPr>
      </p:pic>
      <p:pic>
        <p:nvPicPr>
          <p:cNvPr id="8" name="Resim 7" descr="meneviş mavisi, ekran görüntüsü, mavi, tasarım içeren bir resim&#10;&#10;Yapay zeka tarafından oluşturulmuş içerik yanlış olabilir.">
            <a:extLst>
              <a:ext uri="{FF2B5EF4-FFF2-40B4-BE49-F238E27FC236}">
                <a16:creationId xmlns:a16="http://schemas.microsoft.com/office/drawing/2014/main" id="{F31BD3EA-92B8-CDF7-C42C-AA18E34E4038}"/>
              </a:ext>
            </a:extLst>
          </p:cNvPr>
          <p:cNvPicPr>
            <a:picLocks noChangeAspect="1"/>
          </p:cNvPicPr>
          <p:nvPr/>
        </p:nvPicPr>
        <p:blipFill>
          <a:blip r:embed="rId7"/>
          <a:srcRect b="74484"/>
          <a:stretch>
            <a:fillRect/>
          </a:stretch>
        </p:blipFill>
        <p:spPr>
          <a:xfrm>
            <a:off x="6253579" y="5639784"/>
            <a:ext cx="2671397" cy="1398970"/>
          </a:xfrm>
          <a:prstGeom prst="rect">
            <a:avLst/>
          </a:prstGeom>
        </p:spPr>
      </p:pic>
    </p:spTree>
    <p:extLst>
      <p:ext uri="{BB962C8B-B14F-4D97-AF65-F5344CB8AC3E}">
        <p14:creationId xmlns:p14="http://schemas.microsoft.com/office/powerpoint/2010/main" val="57201302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with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1000"/>
                                        <p:tgtEl>
                                          <p:spTgt spid="8"/>
                                        </p:tgtEl>
                                      </p:cBhvr>
                                    </p:animEffect>
                                    <p:anim calcmode="lin" valueType="num">
                                      <p:cBhvr>
                                        <p:cTn id="8" dur="1000" fill="hold"/>
                                        <p:tgtEl>
                                          <p:spTgt spid="8"/>
                                        </p:tgtEl>
                                        <p:attrNameLst>
                                          <p:attrName>ppt_x</p:attrName>
                                        </p:attrNameLst>
                                      </p:cBhvr>
                                      <p:tavLst>
                                        <p:tav tm="0">
                                          <p:val>
                                            <p:strVal val="#ppt_x"/>
                                          </p:val>
                                        </p:tav>
                                        <p:tav tm="100000">
                                          <p:val>
                                            <p:strVal val="#ppt_x"/>
                                          </p:val>
                                        </p:tav>
                                      </p:tavLst>
                                    </p:anim>
                                    <p:anim calcmode="lin" valueType="num">
                                      <p:cBhvr>
                                        <p:cTn id="9" dur="1000" fill="hold"/>
                                        <p:tgtEl>
                                          <p:spTgt spid="8"/>
                                        </p:tgtEl>
                                        <p:attrNameLst>
                                          <p:attrName>ppt_y</p:attrName>
                                        </p:attrNameLst>
                                      </p:cBhvr>
                                      <p:tavLst>
                                        <p:tav tm="0">
                                          <p:val>
                                            <p:strVal val="#ppt_y+.1"/>
                                          </p:val>
                                        </p:tav>
                                        <p:tav tm="100000">
                                          <p:val>
                                            <p:strVal val="#ppt_y"/>
                                          </p:val>
                                        </p:tav>
                                      </p:tavLst>
                                    </p:anim>
                                  </p:childTnLst>
                                </p:cTn>
                              </p:par>
                            </p:childTnLst>
                          </p:cTn>
                        </p:par>
                        <p:par>
                          <p:cTn id="10" fill="hold">
                            <p:stCondLst>
                              <p:cond delay="1000"/>
                            </p:stCondLst>
                            <p:childTnLst>
                              <p:par>
                                <p:cTn id="11" presetID="42" presetClass="entr" presetSubtype="0" fill="hold" nodeType="afterEffect">
                                  <p:stCondLst>
                                    <p:cond delay="0"/>
                                  </p:stCondLst>
                                  <p:childTnLst>
                                    <p:set>
                                      <p:cBhvr>
                                        <p:cTn id="12" dur="1" fill="hold">
                                          <p:stCondLst>
                                            <p:cond delay="0"/>
                                          </p:stCondLst>
                                        </p:cTn>
                                        <p:tgtEl>
                                          <p:spTgt spid="4"/>
                                        </p:tgtEl>
                                        <p:attrNameLst>
                                          <p:attrName>style.visibility</p:attrName>
                                        </p:attrNameLst>
                                      </p:cBhvr>
                                      <p:to>
                                        <p:strVal val="visible"/>
                                      </p:to>
                                    </p:set>
                                    <p:animEffect transition="in" filter="fade">
                                      <p:cBhvr>
                                        <p:cTn id="13" dur="1000"/>
                                        <p:tgtEl>
                                          <p:spTgt spid="4"/>
                                        </p:tgtEl>
                                      </p:cBhvr>
                                    </p:animEffect>
                                    <p:anim calcmode="lin" valueType="num">
                                      <p:cBhvr>
                                        <p:cTn id="14" dur="1000" fill="hold"/>
                                        <p:tgtEl>
                                          <p:spTgt spid="4"/>
                                        </p:tgtEl>
                                        <p:attrNameLst>
                                          <p:attrName>ppt_x</p:attrName>
                                        </p:attrNameLst>
                                      </p:cBhvr>
                                      <p:tavLst>
                                        <p:tav tm="0">
                                          <p:val>
                                            <p:strVal val="#ppt_x"/>
                                          </p:val>
                                        </p:tav>
                                        <p:tav tm="100000">
                                          <p:val>
                                            <p:strVal val="#ppt_x"/>
                                          </p:val>
                                        </p:tav>
                                      </p:tavLst>
                                    </p:anim>
                                    <p:anim calcmode="lin" valueType="num">
                                      <p:cBhvr>
                                        <p:cTn id="15" dur="1000" fill="hold"/>
                                        <p:tgtEl>
                                          <p:spTgt spid="4"/>
                                        </p:tgtEl>
                                        <p:attrNameLst>
                                          <p:attrName>ppt_y</p:attrName>
                                        </p:attrNameLst>
                                      </p:cBhvr>
                                      <p:tavLst>
                                        <p:tav tm="0">
                                          <p:val>
                                            <p:strVal val="#ppt_y+.1"/>
                                          </p:val>
                                        </p:tav>
                                        <p:tav tm="100000">
                                          <p:val>
                                            <p:strVal val="#ppt_y"/>
                                          </p:val>
                                        </p:tav>
                                      </p:tavLst>
                                    </p:anim>
                                  </p:childTnLst>
                                </p:cTn>
                              </p:par>
                            </p:childTnLst>
                          </p:cTn>
                        </p:par>
                        <p:par>
                          <p:cTn id="16" fill="hold">
                            <p:stCondLst>
                              <p:cond delay="2000"/>
                            </p:stCondLst>
                            <p:childTnLst>
                              <p:par>
                                <p:cTn id="17" presetID="42" presetClass="entr" presetSubtype="0" fill="hold" nodeType="afterEffect">
                                  <p:stCondLst>
                                    <p:cond delay="0"/>
                                  </p:stCondLst>
                                  <p:childTnLst>
                                    <p:set>
                                      <p:cBhvr>
                                        <p:cTn id="18" dur="1" fill="hold">
                                          <p:stCondLst>
                                            <p:cond delay="0"/>
                                          </p:stCondLst>
                                        </p:cTn>
                                        <p:tgtEl>
                                          <p:spTgt spid="6"/>
                                        </p:tgtEl>
                                        <p:attrNameLst>
                                          <p:attrName>style.visibility</p:attrName>
                                        </p:attrNameLst>
                                      </p:cBhvr>
                                      <p:to>
                                        <p:strVal val="visible"/>
                                      </p:to>
                                    </p:set>
                                    <p:animEffect transition="in" filter="fade">
                                      <p:cBhvr>
                                        <p:cTn id="19" dur="1000"/>
                                        <p:tgtEl>
                                          <p:spTgt spid="6"/>
                                        </p:tgtEl>
                                      </p:cBhvr>
                                    </p:animEffect>
                                    <p:anim calcmode="lin" valueType="num">
                                      <p:cBhvr>
                                        <p:cTn id="20" dur="1000" fill="hold"/>
                                        <p:tgtEl>
                                          <p:spTgt spid="6"/>
                                        </p:tgtEl>
                                        <p:attrNameLst>
                                          <p:attrName>ppt_x</p:attrName>
                                        </p:attrNameLst>
                                      </p:cBhvr>
                                      <p:tavLst>
                                        <p:tav tm="0">
                                          <p:val>
                                            <p:strVal val="#ppt_x"/>
                                          </p:val>
                                        </p:tav>
                                        <p:tav tm="100000">
                                          <p:val>
                                            <p:strVal val="#ppt_x"/>
                                          </p:val>
                                        </p:tav>
                                      </p:tavLst>
                                    </p:anim>
                                    <p:anim calcmode="lin" valueType="num">
                                      <p:cBhvr>
                                        <p:cTn id="21" dur="1000" fill="hold"/>
                                        <p:tgtEl>
                                          <p:spTgt spid="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A5B451-9A70-20C5-9E97-02069E2C0FC1}"/>
            </a:ext>
          </a:extLst>
        </p:cNvPr>
        <p:cNvGrpSpPr/>
        <p:nvPr/>
      </p:nvGrpSpPr>
      <p:grpSpPr>
        <a:xfrm>
          <a:off x="0" y="0"/>
          <a:ext cx="0" cy="0"/>
          <a:chOff x="0" y="0"/>
          <a:chExt cx="0" cy="0"/>
        </a:xfrm>
      </p:grpSpPr>
      <p:pic>
        <p:nvPicPr>
          <p:cNvPr id="5" name="Resim 4" descr="yazı tipi, grafik, grafik tasarım, metin içeren bir resim&#10;&#10;Yapay zeka tarafından oluşturulmuş içerik yanlış olabilir.">
            <a:extLst>
              <a:ext uri="{FF2B5EF4-FFF2-40B4-BE49-F238E27FC236}">
                <a16:creationId xmlns:a16="http://schemas.microsoft.com/office/drawing/2014/main" id="{BE5E3C93-97BA-B2E9-3508-33903110CEC3}"/>
              </a:ext>
            </a:extLst>
          </p:cNvPr>
          <p:cNvPicPr>
            <a:picLocks noChangeAspect="1"/>
          </p:cNvPicPr>
          <p:nvPr/>
        </p:nvPicPr>
        <p:blipFill>
          <a:blip r:embed="rId2"/>
          <a:stretch>
            <a:fillRect/>
          </a:stretch>
        </p:blipFill>
        <p:spPr>
          <a:xfrm>
            <a:off x="8508003" y="731427"/>
            <a:ext cx="2984500" cy="1028700"/>
          </a:xfrm>
          <a:prstGeom prst="rect">
            <a:avLst/>
          </a:prstGeom>
        </p:spPr>
      </p:pic>
      <p:pic>
        <p:nvPicPr>
          <p:cNvPr id="7" name="Resim 6" descr="metin, yazı tipi, grafik, poster içeren bir resim&#10;&#10;Yapay zeka tarafından oluşturulmuş içerik yanlış olabilir.">
            <a:extLst>
              <a:ext uri="{FF2B5EF4-FFF2-40B4-BE49-F238E27FC236}">
                <a16:creationId xmlns:a16="http://schemas.microsoft.com/office/drawing/2014/main" id="{B9E00658-8051-BA89-BBC3-ACC4ED622A04}"/>
              </a:ext>
            </a:extLst>
          </p:cNvPr>
          <p:cNvPicPr>
            <a:picLocks noChangeAspect="1"/>
          </p:cNvPicPr>
          <p:nvPr/>
        </p:nvPicPr>
        <p:blipFill>
          <a:blip r:embed="rId3"/>
          <a:stretch>
            <a:fillRect/>
          </a:stretch>
        </p:blipFill>
        <p:spPr>
          <a:xfrm>
            <a:off x="677943" y="4497183"/>
            <a:ext cx="1529575" cy="1732168"/>
          </a:xfrm>
          <a:prstGeom prst="rect">
            <a:avLst/>
          </a:prstGeom>
        </p:spPr>
      </p:pic>
      <p:sp>
        <p:nvSpPr>
          <p:cNvPr id="17" name="Metin kutusu 16">
            <a:extLst>
              <a:ext uri="{FF2B5EF4-FFF2-40B4-BE49-F238E27FC236}">
                <a16:creationId xmlns:a16="http://schemas.microsoft.com/office/drawing/2014/main" id="{22BB4E83-A8E7-1B40-AC46-C03BBAE6E15F}"/>
              </a:ext>
            </a:extLst>
          </p:cNvPr>
          <p:cNvSpPr txBox="1"/>
          <p:nvPr/>
        </p:nvSpPr>
        <p:spPr>
          <a:xfrm>
            <a:off x="793322" y="1760127"/>
            <a:ext cx="5061642" cy="1200329"/>
          </a:xfrm>
          <a:prstGeom prst="rect">
            <a:avLst/>
          </a:prstGeom>
          <a:noFill/>
        </p:spPr>
        <p:txBody>
          <a:bodyPr wrap="none" rtlCol="0">
            <a:spAutoFit/>
          </a:bodyPr>
          <a:lstStyle/>
          <a:p>
            <a:r>
              <a:rPr lang="tr-TR" sz="7200" b="1" dirty="0">
                <a:solidFill>
                  <a:srgbClr val="FC6619"/>
                </a:solidFill>
              </a:rPr>
              <a:t>Teşekkürler</a:t>
            </a:r>
          </a:p>
        </p:txBody>
      </p:sp>
      <p:pic>
        <p:nvPicPr>
          <p:cNvPr id="8" name="Resim 7" descr="portakal, turuncu, tasarım, yaratıcılık içeren bir resim&#10;&#10;Yapay zeka tarafından oluşturulmuş içerik yanlış olabilir.">
            <a:extLst>
              <a:ext uri="{FF2B5EF4-FFF2-40B4-BE49-F238E27FC236}">
                <a16:creationId xmlns:a16="http://schemas.microsoft.com/office/drawing/2014/main" id="{85A07A5A-56B2-646F-583D-8757EB9D34FD}"/>
              </a:ext>
            </a:extLst>
          </p:cNvPr>
          <p:cNvPicPr>
            <a:picLocks noChangeAspect="1"/>
          </p:cNvPicPr>
          <p:nvPr/>
        </p:nvPicPr>
        <p:blipFill>
          <a:blip r:embed="rId4"/>
          <a:srcRect b="61584"/>
          <a:stretch>
            <a:fillRect/>
          </a:stretch>
        </p:blipFill>
        <p:spPr>
          <a:xfrm>
            <a:off x="5679610" y="1997841"/>
            <a:ext cx="6393768" cy="5040913"/>
          </a:xfrm>
          <a:prstGeom prst="rect">
            <a:avLst/>
          </a:prstGeom>
        </p:spPr>
      </p:pic>
      <p:pic>
        <p:nvPicPr>
          <p:cNvPr id="10" name="Resim 9" descr="yeşil, tasarım içeren bir resim&#10;&#10;Yapay zeka tarafından oluşturulmuş içerik yanlış olabilir.">
            <a:extLst>
              <a:ext uri="{FF2B5EF4-FFF2-40B4-BE49-F238E27FC236}">
                <a16:creationId xmlns:a16="http://schemas.microsoft.com/office/drawing/2014/main" id="{CAB480F0-2B4E-6923-5E37-F934772E6223}"/>
              </a:ext>
            </a:extLst>
          </p:cNvPr>
          <p:cNvPicPr>
            <a:picLocks noChangeAspect="1"/>
          </p:cNvPicPr>
          <p:nvPr/>
        </p:nvPicPr>
        <p:blipFill>
          <a:blip r:embed="rId5"/>
          <a:srcRect b="38169"/>
          <a:stretch>
            <a:fillRect/>
          </a:stretch>
        </p:blipFill>
        <p:spPr>
          <a:xfrm>
            <a:off x="9756253" y="2981991"/>
            <a:ext cx="3197374" cy="4056763"/>
          </a:xfrm>
          <a:prstGeom prst="rect">
            <a:avLst/>
          </a:prstGeom>
        </p:spPr>
      </p:pic>
      <p:pic>
        <p:nvPicPr>
          <p:cNvPr id="12" name="Resim 11" descr="meneviş mavisi, ekran görüntüsü, mavi, tasarım içeren bir resim&#10;&#10;Yapay zeka tarafından oluşturulmuş içerik yanlış olabilir.">
            <a:extLst>
              <a:ext uri="{FF2B5EF4-FFF2-40B4-BE49-F238E27FC236}">
                <a16:creationId xmlns:a16="http://schemas.microsoft.com/office/drawing/2014/main" id="{6C8A358B-34FE-89C0-2383-AACA55BE87B4}"/>
              </a:ext>
            </a:extLst>
          </p:cNvPr>
          <p:cNvPicPr>
            <a:picLocks noChangeAspect="1"/>
          </p:cNvPicPr>
          <p:nvPr/>
        </p:nvPicPr>
        <p:blipFill>
          <a:blip r:embed="rId6"/>
          <a:srcRect b="74484"/>
          <a:stretch>
            <a:fillRect/>
          </a:stretch>
        </p:blipFill>
        <p:spPr>
          <a:xfrm>
            <a:off x="6253579" y="5639784"/>
            <a:ext cx="2671397" cy="1398970"/>
          </a:xfrm>
          <a:prstGeom prst="rect">
            <a:avLst/>
          </a:prstGeom>
        </p:spPr>
      </p:pic>
    </p:spTree>
    <p:extLst>
      <p:ext uri="{BB962C8B-B14F-4D97-AF65-F5344CB8AC3E}">
        <p14:creationId xmlns:p14="http://schemas.microsoft.com/office/powerpoint/2010/main" val="416244006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with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fade">
                                      <p:cBhvr>
                                        <p:cTn id="7" dur="1000"/>
                                        <p:tgtEl>
                                          <p:spTgt spid="12"/>
                                        </p:tgtEl>
                                      </p:cBhvr>
                                    </p:animEffect>
                                    <p:anim calcmode="lin" valueType="num">
                                      <p:cBhvr>
                                        <p:cTn id="8" dur="1000" fill="hold"/>
                                        <p:tgtEl>
                                          <p:spTgt spid="12"/>
                                        </p:tgtEl>
                                        <p:attrNameLst>
                                          <p:attrName>ppt_x</p:attrName>
                                        </p:attrNameLst>
                                      </p:cBhvr>
                                      <p:tavLst>
                                        <p:tav tm="0">
                                          <p:val>
                                            <p:strVal val="#ppt_x"/>
                                          </p:val>
                                        </p:tav>
                                        <p:tav tm="100000">
                                          <p:val>
                                            <p:strVal val="#ppt_x"/>
                                          </p:val>
                                        </p:tav>
                                      </p:tavLst>
                                    </p:anim>
                                    <p:anim calcmode="lin" valueType="num">
                                      <p:cBhvr>
                                        <p:cTn id="9" dur="1000" fill="hold"/>
                                        <p:tgtEl>
                                          <p:spTgt spid="12"/>
                                        </p:tgtEl>
                                        <p:attrNameLst>
                                          <p:attrName>ppt_y</p:attrName>
                                        </p:attrNameLst>
                                      </p:cBhvr>
                                      <p:tavLst>
                                        <p:tav tm="0">
                                          <p:val>
                                            <p:strVal val="#ppt_y+.1"/>
                                          </p:val>
                                        </p:tav>
                                        <p:tav tm="100000">
                                          <p:val>
                                            <p:strVal val="#ppt_y"/>
                                          </p:val>
                                        </p:tav>
                                      </p:tavLst>
                                    </p:anim>
                                  </p:childTnLst>
                                </p:cTn>
                              </p:par>
                            </p:childTnLst>
                          </p:cTn>
                        </p:par>
                        <p:par>
                          <p:cTn id="10" fill="hold">
                            <p:stCondLst>
                              <p:cond delay="1000"/>
                            </p:stCondLst>
                            <p:childTnLst>
                              <p:par>
                                <p:cTn id="11" presetID="42" presetClass="entr" presetSubtype="0" fill="hold" nodeType="afterEffect">
                                  <p:stCondLst>
                                    <p:cond delay="0"/>
                                  </p:stCondLst>
                                  <p:childTnLst>
                                    <p:set>
                                      <p:cBhvr>
                                        <p:cTn id="12" dur="1" fill="hold">
                                          <p:stCondLst>
                                            <p:cond delay="0"/>
                                          </p:stCondLst>
                                        </p:cTn>
                                        <p:tgtEl>
                                          <p:spTgt spid="8"/>
                                        </p:tgtEl>
                                        <p:attrNameLst>
                                          <p:attrName>style.visibility</p:attrName>
                                        </p:attrNameLst>
                                      </p:cBhvr>
                                      <p:to>
                                        <p:strVal val="visible"/>
                                      </p:to>
                                    </p:set>
                                    <p:animEffect transition="in" filter="fade">
                                      <p:cBhvr>
                                        <p:cTn id="13" dur="1000"/>
                                        <p:tgtEl>
                                          <p:spTgt spid="8"/>
                                        </p:tgtEl>
                                      </p:cBhvr>
                                    </p:animEffect>
                                    <p:anim calcmode="lin" valueType="num">
                                      <p:cBhvr>
                                        <p:cTn id="14" dur="1000" fill="hold"/>
                                        <p:tgtEl>
                                          <p:spTgt spid="8"/>
                                        </p:tgtEl>
                                        <p:attrNameLst>
                                          <p:attrName>ppt_x</p:attrName>
                                        </p:attrNameLst>
                                      </p:cBhvr>
                                      <p:tavLst>
                                        <p:tav tm="0">
                                          <p:val>
                                            <p:strVal val="#ppt_x"/>
                                          </p:val>
                                        </p:tav>
                                        <p:tav tm="100000">
                                          <p:val>
                                            <p:strVal val="#ppt_x"/>
                                          </p:val>
                                        </p:tav>
                                      </p:tavLst>
                                    </p:anim>
                                    <p:anim calcmode="lin" valueType="num">
                                      <p:cBhvr>
                                        <p:cTn id="15" dur="1000" fill="hold"/>
                                        <p:tgtEl>
                                          <p:spTgt spid="8"/>
                                        </p:tgtEl>
                                        <p:attrNameLst>
                                          <p:attrName>ppt_y</p:attrName>
                                        </p:attrNameLst>
                                      </p:cBhvr>
                                      <p:tavLst>
                                        <p:tav tm="0">
                                          <p:val>
                                            <p:strVal val="#ppt_y+.1"/>
                                          </p:val>
                                        </p:tav>
                                        <p:tav tm="100000">
                                          <p:val>
                                            <p:strVal val="#ppt_y"/>
                                          </p:val>
                                        </p:tav>
                                      </p:tavLst>
                                    </p:anim>
                                  </p:childTnLst>
                                </p:cTn>
                              </p:par>
                            </p:childTnLst>
                          </p:cTn>
                        </p:par>
                        <p:par>
                          <p:cTn id="16" fill="hold">
                            <p:stCondLst>
                              <p:cond delay="2000"/>
                            </p:stCondLst>
                            <p:childTnLst>
                              <p:par>
                                <p:cTn id="17" presetID="42" presetClass="entr" presetSubtype="0" fill="hold" nodeType="afterEffect">
                                  <p:stCondLst>
                                    <p:cond delay="0"/>
                                  </p:stCondLst>
                                  <p:childTnLst>
                                    <p:set>
                                      <p:cBhvr>
                                        <p:cTn id="18" dur="1" fill="hold">
                                          <p:stCondLst>
                                            <p:cond delay="0"/>
                                          </p:stCondLst>
                                        </p:cTn>
                                        <p:tgtEl>
                                          <p:spTgt spid="10"/>
                                        </p:tgtEl>
                                        <p:attrNameLst>
                                          <p:attrName>style.visibility</p:attrName>
                                        </p:attrNameLst>
                                      </p:cBhvr>
                                      <p:to>
                                        <p:strVal val="visible"/>
                                      </p:to>
                                    </p:set>
                                    <p:animEffect transition="in" filter="fade">
                                      <p:cBhvr>
                                        <p:cTn id="19" dur="1000"/>
                                        <p:tgtEl>
                                          <p:spTgt spid="10"/>
                                        </p:tgtEl>
                                      </p:cBhvr>
                                    </p:animEffect>
                                    <p:anim calcmode="lin" valueType="num">
                                      <p:cBhvr>
                                        <p:cTn id="20" dur="1000" fill="hold"/>
                                        <p:tgtEl>
                                          <p:spTgt spid="10"/>
                                        </p:tgtEl>
                                        <p:attrNameLst>
                                          <p:attrName>ppt_x</p:attrName>
                                        </p:attrNameLst>
                                      </p:cBhvr>
                                      <p:tavLst>
                                        <p:tav tm="0">
                                          <p:val>
                                            <p:strVal val="#ppt_x"/>
                                          </p:val>
                                        </p:tav>
                                        <p:tav tm="100000">
                                          <p:val>
                                            <p:strVal val="#ppt_x"/>
                                          </p:val>
                                        </p:tav>
                                      </p:tavLst>
                                    </p:anim>
                                    <p:anim calcmode="lin" valueType="num">
                                      <p:cBhvr>
                                        <p:cTn id="21" dur="1000" fill="hold"/>
                                        <p:tgtEl>
                                          <p:spTgt spid="10"/>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3471AB7A-8C1B-6047-C9B1-95B52961B7B6}"/>
            </a:ext>
          </a:extLst>
        </p:cNvPr>
        <p:cNvGrpSpPr/>
        <p:nvPr/>
      </p:nvGrpSpPr>
      <p:grpSpPr>
        <a:xfrm>
          <a:off x="0" y="0"/>
          <a:ext cx="0" cy="0"/>
          <a:chOff x="0" y="0"/>
          <a:chExt cx="0" cy="0"/>
        </a:xfrm>
      </p:grpSpPr>
      <p:pic>
        <p:nvPicPr>
          <p:cNvPr id="5" name="Resim 4" descr="yazı tipi, grafik, grafik tasarım, metin içeren bir resim&#10;&#10;Yapay zeka tarafından oluşturulmuş içerik yanlış olabilir.">
            <a:extLst>
              <a:ext uri="{FF2B5EF4-FFF2-40B4-BE49-F238E27FC236}">
                <a16:creationId xmlns:a16="http://schemas.microsoft.com/office/drawing/2014/main" id="{7943DC6D-95CC-3BF5-3A51-B9F43B647F92}"/>
              </a:ext>
            </a:extLst>
          </p:cNvPr>
          <p:cNvPicPr>
            <a:picLocks noChangeAspect="1"/>
          </p:cNvPicPr>
          <p:nvPr/>
        </p:nvPicPr>
        <p:blipFill>
          <a:blip r:embed="rId2"/>
          <a:stretch>
            <a:fillRect/>
          </a:stretch>
        </p:blipFill>
        <p:spPr>
          <a:xfrm>
            <a:off x="10048240" y="427446"/>
            <a:ext cx="1649518" cy="568557"/>
          </a:xfrm>
          <a:prstGeom prst="rect">
            <a:avLst/>
          </a:prstGeom>
        </p:spPr>
      </p:pic>
      <p:pic>
        <p:nvPicPr>
          <p:cNvPr id="7" name="Resim 6" descr="metin, yazı tipi, grafik, poster içeren bir resim&#10;&#10;Yapay zeka tarafından oluşturulmuş içerik yanlış olabilir.">
            <a:extLst>
              <a:ext uri="{FF2B5EF4-FFF2-40B4-BE49-F238E27FC236}">
                <a16:creationId xmlns:a16="http://schemas.microsoft.com/office/drawing/2014/main" id="{893C93DC-5E45-35B1-6F6C-B1C0C1DDD6CD}"/>
              </a:ext>
            </a:extLst>
          </p:cNvPr>
          <p:cNvPicPr>
            <a:picLocks noChangeAspect="1"/>
          </p:cNvPicPr>
          <p:nvPr/>
        </p:nvPicPr>
        <p:blipFill>
          <a:blip r:embed="rId3"/>
          <a:stretch>
            <a:fillRect/>
          </a:stretch>
        </p:blipFill>
        <p:spPr>
          <a:xfrm>
            <a:off x="598430" y="5487444"/>
            <a:ext cx="832805" cy="943110"/>
          </a:xfrm>
          <a:prstGeom prst="rect">
            <a:avLst/>
          </a:prstGeom>
        </p:spPr>
      </p:pic>
      <p:sp>
        <p:nvSpPr>
          <p:cNvPr id="17" name="Metin kutusu 16">
            <a:extLst>
              <a:ext uri="{FF2B5EF4-FFF2-40B4-BE49-F238E27FC236}">
                <a16:creationId xmlns:a16="http://schemas.microsoft.com/office/drawing/2014/main" id="{F9307C5D-9108-F31F-3BB5-74082A14B934}"/>
              </a:ext>
            </a:extLst>
          </p:cNvPr>
          <p:cNvSpPr txBox="1"/>
          <p:nvPr/>
        </p:nvSpPr>
        <p:spPr>
          <a:xfrm>
            <a:off x="899293" y="2106242"/>
            <a:ext cx="4771704" cy="1569660"/>
          </a:xfrm>
          <a:prstGeom prst="rect">
            <a:avLst/>
          </a:prstGeom>
          <a:noFill/>
        </p:spPr>
        <p:txBody>
          <a:bodyPr wrap="square" rtlCol="0">
            <a:spAutoFit/>
          </a:bodyPr>
          <a:lstStyle/>
          <a:p>
            <a:r>
              <a:rPr lang="tr-TR" sz="2400" dirty="0">
                <a:solidFill>
                  <a:srgbClr val="003CA6"/>
                </a:solidFill>
              </a:rPr>
              <a:t>Adm ve Gdz Elektrik Dağıtım Grubu </a:t>
            </a:r>
            <a:r>
              <a:rPr lang="tr-TR" sz="2400" b="1" dirty="0">
                <a:solidFill>
                  <a:srgbClr val="003CA6"/>
                </a:solidFill>
              </a:rPr>
              <a:t>Grid </a:t>
            </a:r>
            <a:r>
              <a:rPr lang="tr-TR" sz="2400" b="1" dirty="0" err="1">
                <a:solidFill>
                  <a:srgbClr val="003CA6"/>
                </a:solidFill>
              </a:rPr>
              <a:t>Up</a:t>
            </a:r>
            <a:r>
              <a:rPr lang="tr-TR" sz="2400" b="1" dirty="0">
                <a:solidFill>
                  <a:srgbClr val="003CA6"/>
                </a:solidFill>
              </a:rPr>
              <a:t> Hızlandırma Programı </a:t>
            </a:r>
            <a:r>
              <a:rPr lang="tr-TR" sz="2400" dirty="0">
                <a:solidFill>
                  <a:srgbClr val="003CA6"/>
                </a:solidFill>
              </a:rPr>
              <a:t>için başvurularınızı aşağıdaki link üzerinden yapabilirsiniz.</a:t>
            </a:r>
          </a:p>
        </p:txBody>
      </p:sp>
      <p:grpSp>
        <p:nvGrpSpPr>
          <p:cNvPr id="47" name="Grup 46">
            <a:extLst>
              <a:ext uri="{FF2B5EF4-FFF2-40B4-BE49-F238E27FC236}">
                <a16:creationId xmlns:a16="http://schemas.microsoft.com/office/drawing/2014/main" id="{35B0653B-EFF4-BF1D-C029-CB8FE15FE1C4}"/>
              </a:ext>
            </a:extLst>
          </p:cNvPr>
          <p:cNvGrpSpPr/>
          <p:nvPr/>
        </p:nvGrpSpPr>
        <p:grpSpPr>
          <a:xfrm>
            <a:off x="6406338" y="1572842"/>
            <a:ext cx="3540707" cy="3676933"/>
            <a:chOff x="6406338" y="1572842"/>
            <a:chExt cx="3540707" cy="3676933"/>
          </a:xfrm>
        </p:grpSpPr>
        <p:pic>
          <p:nvPicPr>
            <p:cNvPr id="12" name="Resim 11" descr="kalıp, desen, düzen, grafik, piksel, tasarım içeren bir resim&#10;&#10;Yapay zeka tarafından oluşturulmuş içerik yanlış olabilir.">
              <a:extLst>
                <a:ext uri="{FF2B5EF4-FFF2-40B4-BE49-F238E27FC236}">
                  <a16:creationId xmlns:a16="http://schemas.microsoft.com/office/drawing/2014/main" id="{571D1041-60D4-3B58-390A-3A9D71663FFC}"/>
                </a:ext>
              </a:extLst>
            </p:cNvPr>
            <p:cNvPicPr>
              <a:picLocks noChangeAspect="1"/>
            </p:cNvPicPr>
            <p:nvPr/>
          </p:nvPicPr>
          <p:blipFill>
            <a:blip r:embed="rId4"/>
            <a:srcRect l="4081" t="3659" r="3180" b="3070"/>
            <a:stretch>
              <a:fillRect/>
            </a:stretch>
          </p:blipFill>
          <p:spPr>
            <a:xfrm>
              <a:off x="6413678" y="1579192"/>
              <a:ext cx="3533367" cy="3553630"/>
            </a:xfrm>
            <a:prstGeom prst="rect">
              <a:avLst/>
            </a:prstGeom>
          </p:spPr>
        </p:pic>
        <p:pic>
          <p:nvPicPr>
            <p:cNvPr id="4" name="Resim 3" descr="ekran görüntüsü, meneviş mavisi, mavi, çizgi içeren bir resim&#10;&#10;Yapay zeka tarafından oluşturulmuş içerik yanlış olabilir.">
              <a:extLst>
                <a:ext uri="{FF2B5EF4-FFF2-40B4-BE49-F238E27FC236}">
                  <a16:creationId xmlns:a16="http://schemas.microsoft.com/office/drawing/2014/main" id="{2FA6269F-3062-13C5-D2EC-D7214B75C51A}"/>
                </a:ext>
              </a:extLst>
            </p:cNvPr>
            <p:cNvPicPr>
              <a:picLocks noChangeAspect="1"/>
            </p:cNvPicPr>
            <p:nvPr/>
          </p:nvPicPr>
          <p:blipFill>
            <a:blip r:embed="rId5"/>
            <a:stretch>
              <a:fillRect/>
            </a:stretch>
          </p:blipFill>
          <p:spPr>
            <a:xfrm>
              <a:off x="9387708" y="1572842"/>
              <a:ext cx="520700" cy="533400"/>
            </a:xfrm>
            <a:prstGeom prst="rect">
              <a:avLst/>
            </a:prstGeom>
          </p:spPr>
        </p:pic>
        <p:pic>
          <p:nvPicPr>
            <p:cNvPr id="18" name="Resim 17" descr="ekran görüntüsü, meneviş mavisi, mavi, çizgi içeren bir resim&#10;&#10;Yapay zeka tarafından oluşturulmuş içerik yanlış olabilir.">
              <a:extLst>
                <a:ext uri="{FF2B5EF4-FFF2-40B4-BE49-F238E27FC236}">
                  <a16:creationId xmlns:a16="http://schemas.microsoft.com/office/drawing/2014/main" id="{7F9999FB-39A1-32ED-2328-A4D7A0FDB3B0}"/>
                </a:ext>
              </a:extLst>
            </p:cNvPr>
            <p:cNvPicPr>
              <a:picLocks noChangeAspect="1"/>
            </p:cNvPicPr>
            <p:nvPr/>
          </p:nvPicPr>
          <p:blipFill>
            <a:blip r:embed="rId5"/>
            <a:stretch>
              <a:fillRect/>
            </a:stretch>
          </p:blipFill>
          <p:spPr>
            <a:xfrm rot="16200000">
              <a:off x="6412688" y="1579192"/>
              <a:ext cx="520700" cy="533400"/>
            </a:xfrm>
            <a:prstGeom prst="rect">
              <a:avLst/>
            </a:prstGeom>
          </p:spPr>
        </p:pic>
        <p:grpSp>
          <p:nvGrpSpPr>
            <p:cNvPr id="24" name="Grup 23">
              <a:extLst>
                <a:ext uri="{FF2B5EF4-FFF2-40B4-BE49-F238E27FC236}">
                  <a16:creationId xmlns:a16="http://schemas.microsoft.com/office/drawing/2014/main" id="{327E8A26-5AF5-4B10-C058-CE5321CCA749}"/>
                </a:ext>
              </a:extLst>
            </p:cNvPr>
            <p:cNvGrpSpPr/>
            <p:nvPr/>
          </p:nvGrpSpPr>
          <p:grpSpPr>
            <a:xfrm rot="10800000">
              <a:off x="6406338" y="4716375"/>
              <a:ext cx="3502070" cy="533400"/>
              <a:chOff x="6406338" y="5390838"/>
              <a:chExt cx="3502070" cy="533400"/>
            </a:xfrm>
          </p:grpSpPr>
          <p:pic>
            <p:nvPicPr>
              <p:cNvPr id="20" name="Resim 19" descr="ekran görüntüsü, meneviş mavisi, mavi, çizgi içeren bir resim&#10;&#10;Yapay zeka tarafından oluşturulmuş içerik yanlış olabilir.">
                <a:extLst>
                  <a:ext uri="{FF2B5EF4-FFF2-40B4-BE49-F238E27FC236}">
                    <a16:creationId xmlns:a16="http://schemas.microsoft.com/office/drawing/2014/main" id="{B9816249-A5D1-3122-DC1C-57C2C9683ED3}"/>
                  </a:ext>
                </a:extLst>
              </p:cNvPr>
              <p:cNvPicPr>
                <a:picLocks noChangeAspect="1"/>
              </p:cNvPicPr>
              <p:nvPr/>
            </p:nvPicPr>
            <p:blipFill>
              <a:blip r:embed="rId5"/>
              <a:stretch>
                <a:fillRect/>
              </a:stretch>
            </p:blipFill>
            <p:spPr>
              <a:xfrm>
                <a:off x="9387708" y="5390838"/>
                <a:ext cx="520700" cy="533400"/>
              </a:xfrm>
              <a:prstGeom prst="rect">
                <a:avLst/>
              </a:prstGeom>
            </p:spPr>
          </p:pic>
          <p:pic>
            <p:nvPicPr>
              <p:cNvPr id="22" name="Resim 21" descr="ekran görüntüsü, meneviş mavisi, mavi, çizgi içeren bir resim&#10;&#10;Yapay zeka tarafından oluşturulmuş içerik yanlış olabilir.">
                <a:extLst>
                  <a:ext uri="{FF2B5EF4-FFF2-40B4-BE49-F238E27FC236}">
                    <a16:creationId xmlns:a16="http://schemas.microsoft.com/office/drawing/2014/main" id="{DF9EDBF2-35B3-5FA2-BB33-71D841C1EB3D}"/>
                  </a:ext>
                </a:extLst>
              </p:cNvPr>
              <p:cNvPicPr>
                <a:picLocks noChangeAspect="1"/>
              </p:cNvPicPr>
              <p:nvPr/>
            </p:nvPicPr>
            <p:blipFill>
              <a:blip r:embed="rId5"/>
              <a:stretch>
                <a:fillRect/>
              </a:stretch>
            </p:blipFill>
            <p:spPr>
              <a:xfrm rot="16200000">
                <a:off x="6412688" y="5397188"/>
                <a:ext cx="520700" cy="533400"/>
              </a:xfrm>
              <a:prstGeom prst="rect">
                <a:avLst/>
              </a:prstGeom>
            </p:spPr>
          </p:pic>
        </p:grpSp>
      </p:grpSp>
      <p:pic>
        <p:nvPicPr>
          <p:cNvPr id="28" name="Resim 27" descr="metin, yazı tipi, grafik, ekran görüntüsü içeren bir resim&#10;&#10;Yapay zeka tarafından oluşturulmuş içerik yanlış olabilir.">
            <a:extLst>
              <a:ext uri="{FF2B5EF4-FFF2-40B4-BE49-F238E27FC236}">
                <a16:creationId xmlns:a16="http://schemas.microsoft.com/office/drawing/2014/main" id="{363676A8-C2AE-36DE-F909-6A485F273EB8}"/>
              </a:ext>
            </a:extLst>
          </p:cNvPr>
          <p:cNvPicPr>
            <a:picLocks noChangeAspect="1"/>
          </p:cNvPicPr>
          <p:nvPr/>
        </p:nvPicPr>
        <p:blipFill>
          <a:blip r:embed="rId6"/>
          <a:stretch>
            <a:fillRect/>
          </a:stretch>
        </p:blipFill>
        <p:spPr>
          <a:xfrm>
            <a:off x="899293" y="3948252"/>
            <a:ext cx="4800600" cy="533400"/>
          </a:xfrm>
          <a:prstGeom prst="rect">
            <a:avLst/>
          </a:prstGeom>
        </p:spPr>
      </p:pic>
      <p:pic>
        <p:nvPicPr>
          <p:cNvPr id="30" name="Resim 29" descr="portakal, turuncu, tasarım, yaratıcılık içeren bir resim&#10;&#10;Yapay zeka tarafından oluşturulmuş içerik yanlış olabilir.">
            <a:extLst>
              <a:ext uri="{FF2B5EF4-FFF2-40B4-BE49-F238E27FC236}">
                <a16:creationId xmlns:a16="http://schemas.microsoft.com/office/drawing/2014/main" id="{982EE4E8-6521-DE2B-7A31-A293A63275D2}"/>
              </a:ext>
            </a:extLst>
          </p:cNvPr>
          <p:cNvPicPr>
            <a:picLocks noChangeAspect="1"/>
          </p:cNvPicPr>
          <p:nvPr/>
        </p:nvPicPr>
        <p:blipFill>
          <a:blip r:embed="rId7"/>
          <a:srcRect b="52813"/>
          <a:stretch>
            <a:fillRect/>
          </a:stretch>
        </p:blipFill>
        <p:spPr>
          <a:xfrm>
            <a:off x="10212945" y="4983075"/>
            <a:ext cx="2040280" cy="1975865"/>
          </a:xfrm>
          <a:prstGeom prst="rect">
            <a:avLst/>
          </a:prstGeom>
        </p:spPr>
      </p:pic>
      <p:pic>
        <p:nvPicPr>
          <p:cNvPr id="32" name="Resim 31" descr="yeşil, tasarım içeren bir resim&#10;&#10;Yapay zeka tarafından oluşturulmuş içerik yanlış olabilir.">
            <a:extLst>
              <a:ext uri="{FF2B5EF4-FFF2-40B4-BE49-F238E27FC236}">
                <a16:creationId xmlns:a16="http://schemas.microsoft.com/office/drawing/2014/main" id="{9727FE15-2C3F-9689-91EF-B0DA36177E3D}"/>
              </a:ext>
            </a:extLst>
          </p:cNvPr>
          <p:cNvPicPr>
            <a:picLocks noChangeAspect="1"/>
          </p:cNvPicPr>
          <p:nvPr/>
        </p:nvPicPr>
        <p:blipFill>
          <a:blip r:embed="rId8"/>
          <a:srcRect b="20626"/>
          <a:stretch>
            <a:fillRect/>
          </a:stretch>
        </p:blipFill>
        <p:spPr>
          <a:xfrm>
            <a:off x="11513820" y="5297122"/>
            <a:ext cx="1020296" cy="1661818"/>
          </a:xfrm>
          <a:prstGeom prst="rect">
            <a:avLst/>
          </a:prstGeom>
        </p:spPr>
      </p:pic>
      <p:pic>
        <p:nvPicPr>
          <p:cNvPr id="46" name="Resim 45" descr="meneviş mavisi, ekran görüntüsü, mavi, tasarım içeren bir resim&#10;&#10;Yapay zeka tarafından oluşturulmuş içerik yanlış olabilir.">
            <a:extLst>
              <a:ext uri="{FF2B5EF4-FFF2-40B4-BE49-F238E27FC236}">
                <a16:creationId xmlns:a16="http://schemas.microsoft.com/office/drawing/2014/main" id="{7012FAE9-D9D4-D954-2C06-61CE60A69049}"/>
              </a:ext>
            </a:extLst>
          </p:cNvPr>
          <p:cNvPicPr>
            <a:picLocks noChangeAspect="1"/>
          </p:cNvPicPr>
          <p:nvPr/>
        </p:nvPicPr>
        <p:blipFill>
          <a:blip r:embed="rId9"/>
          <a:srcRect b="53491"/>
          <a:stretch>
            <a:fillRect/>
          </a:stretch>
        </p:blipFill>
        <p:spPr>
          <a:xfrm>
            <a:off x="10396101" y="6145235"/>
            <a:ext cx="852455" cy="813705"/>
          </a:xfrm>
          <a:prstGeom prst="rect">
            <a:avLst/>
          </a:prstGeom>
        </p:spPr>
      </p:pic>
    </p:spTree>
    <p:extLst>
      <p:ext uri="{BB962C8B-B14F-4D97-AF65-F5344CB8AC3E}">
        <p14:creationId xmlns:p14="http://schemas.microsoft.com/office/powerpoint/2010/main" val="364116031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47"/>
                                        </p:tgtEl>
                                        <p:attrNameLst>
                                          <p:attrName>style.visibility</p:attrName>
                                        </p:attrNameLst>
                                      </p:cBhvr>
                                      <p:to>
                                        <p:strVal val="visible"/>
                                      </p:to>
                                    </p:set>
                                    <p:animEffect transition="in" filter="fade">
                                      <p:cBhvr>
                                        <p:cTn id="7" dur="500"/>
                                        <p:tgtEl>
                                          <p:spTgt spid="47"/>
                                        </p:tgtEl>
                                      </p:cBhvr>
                                    </p:animEffect>
                                  </p:childTnLst>
                                </p:cTn>
                              </p:par>
                            </p:childTnLst>
                          </p:cTn>
                        </p:par>
                        <p:par>
                          <p:cTn id="8" fill="hold">
                            <p:stCondLst>
                              <p:cond delay="500"/>
                            </p:stCondLst>
                            <p:childTnLst>
                              <p:par>
                                <p:cTn id="9" presetID="10" presetClass="entr" presetSubtype="0" fill="hold" nodeType="afterEffect">
                                  <p:stCondLst>
                                    <p:cond delay="0"/>
                                  </p:stCondLst>
                                  <p:childTnLst>
                                    <p:set>
                                      <p:cBhvr>
                                        <p:cTn id="10" dur="1" fill="hold">
                                          <p:stCondLst>
                                            <p:cond delay="0"/>
                                          </p:stCondLst>
                                        </p:cTn>
                                        <p:tgtEl>
                                          <p:spTgt spid="28"/>
                                        </p:tgtEl>
                                        <p:attrNameLst>
                                          <p:attrName>style.visibility</p:attrName>
                                        </p:attrNameLst>
                                      </p:cBhvr>
                                      <p:to>
                                        <p:strVal val="visible"/>
                                      </p:to>
                                    </p:set>
                                    <p:animEffect transition="in" filter="fade">
                                      <p:cBhvr>
                                        <p:cTn id="11" dur="500"/>
                                        <p:tgtEl>
                                          <p:spTgt spid="28"/>
                                        </p:tgtEl>
                                      </p:cBhvr>
                                    </p:animEffect>
                                  </p:childTnLst>
                                </p:cTn>
                              </p:par>
                              <p:par>
                                <p:cTn id="12" presetID="42" presetClass="entr" presetSubtype="0" fill="hold" nodeType="withEffect">
                                  <p:stCondLst>
                                    <p:cond delay="0"/>
                                  </p:stCondLst>
                                  <p:childTnLst>
                                    <p:set>
                                      <p:cBhvr>
                                        <p:cTn id="13" dur="1" fill="hold">
                                          <p:stCondLst>
                                            <p:cond delay="0"/>
                                          </p:stCondLst>
                                        </p:cTn>
                                        <p:tgtEl>
                                          <p:spTgt spid="32"/>
                                        </p:tgtEl>
                                        <p:attrNameLst>
                                          <p:attrName>style.visibility</p:attrName>
                                        </p:attrNameLst>
                                      </p:cBhvr>
                                      <p:to>
                                        <p:strVal val="visible"/>
                                      </p:to>
                                    </p:set>
                                    <p:animEffect transition="in" filter="fade">
                                      <p:cBhvr>
                                        <p:cTn id="14" dur="1000"/>
                                        <p:tgtEl>
                                          <p:spTgt spid="32"/>
                                        </p:tgtEl>
                                      </p:cBhvr>
                                    </p:animEffect>
                                    <p:anim calcmode="lin" valueType="num">
                                      <p:cBhvr>
                                        <p:cTn id="15" dur="1000" fill="hold"/>
                                        <p:tgtEl>
                                          <p:spTgt spid="32"/>
                                        </p:tgtEl>
                                        <p:attrNameLst>
                                          <p:attrName>ppt_x</p:attrName>
                                        </p:attrNameLst>
                                      </p:cBhvr>
                                      <p:tavLst>
                                        <p:tav tm="0">
                                          <p:val>
                                            <p:strVal val="#ppt_x"/>
                                          </p:val>
                                        </p:tav>
                                        <p:tav tm="100000">
                                          <p:val>
                                            <p:strVal val="#ppt_x"/>
                                          </p:val>
                                        </p:tav>
                                      </p:tavLst>
                                    </p:anim>
                                    <p:anim calcmode="lin" valueType="num">
                                      <p:cBhvr>
                                        <p:cTn id="16" dur="1000" fill="hold"/>
                                        <p:tgtEl>
                                          <p:spTgt spid="32"/>
                                        </p:tgtEl>
                                        <p:attrNameLst>
                                          <p:attrName>ppt_y</p:attrName>
                                        </p:attrNameLst>
                                      </p:cBhvr>
                                      <p:tavLst>
                                        <p:tav tm="0">
                                          <p:val>
                                            <p:strVal val="#ppt_y+.1"/>
                                          </p:val>
                                        </p:tav>
                                        <p:tav tm="100000">
                                          <p:val>
                                            <p:strVal val="#ppt_y"/>
                                          </p:val>
                                        </p:tav>
                                      </p:tavLst>
                                    </p:anim>
                                  </p:childTnLst>
                                </p:cTn>
                              </p:par>
                            </p:childTnLst>
                          </p:cTn>
                        </p:par>
                        <p:par>
                          <p:cTn id="17" fill="hold">
                            <p:stCondLst>
                              <p:cond delay="1500"/>
                            </p:stCondLst>
                            <p:childTnLst>
                              <p:par>
                                <p:cTn id="18" presetID="42" presetClass="entr" presetSubtype="0" fill="hold" nodeType="afterEffect">
                                  <p:stCondLst>
                                    <p:cond delay="0"/>
                                  </p:stCondLst>
                                  <p:childTnLst>
                                    <p:set>
                                      <p:cBhvr>
                                        <p:cTn id="19" dur="1" fill="hold">
                                          <p:stCondLst>
                                            <p:cond delay="0"/>
                                          </p:stCondLst>
                                        </p:cTn>
                                        <p:tgtEl>
                                          <p:spTgt spid="46"/>
                                        </p:tgtEl>
                                        <p:attrNameLst>
                                          <p:attrName>style.visibility</p:attrName>
                                        </p:attrNameLst>
                                      </p:cBhvr>
                                      <p:to>
                                        <p:strVal val="visible"/>
                                      </p:to>
                                    </p:set>
                                    <p:animEffect transition="in" filter="fade">
                                      <p:cBhvr>
                                        <p:cTn id="20" dur="1000"/>
                                        <p:tgtEl>
                                          <p:spTgt spid="46"/>
                                        </p:tgtEl>
                                      </p:cBhvr>
                                    </p:animEffect>
                                    <p:anim calcmode="lin" valueType="num">
                                      <p:cBhvr>
                                        <p:cTn id="21" dur="1000" fill="hold"/>
                                        <p:tgtEl>
                                          <p:spTgt spid="46"/>
                                        </p:tgtEl>
                                        <p:attrNameLst>
                                          <p:attrName>ppt_x</p:attrName>
                                        </p:attrNameLst>
                                      </p:cBhvr>
                                      <p:tavLst>
                                        <p:tav tm="0">
                                          <p:val>
                                            <p:strVal val="#ppt_x"/>
                                          </p:val>
                                        </p:tav>
                                        <p:tav tm="100000">
                                          <p:val>
                                            <p:strVal val="#ppt_x"/>
                                          </p:val>
                                        </p:tav>
                                      </p:tavLst>
                                    </p:anim>
                                    <p:anim calcmode="lin" valueType="num">
                                      <p:cBhvr>
                                        <p:cTn id="22" dur="1000" fill="hold"/>
                                        <p:tgtEl>
                                          <p:spTgt spid="46"/>
                                        </p:tgtEl>
                                        <p:attrNameLst>
                                          <p:attrName>ppt_y</p:attrName>
                                        </p:attrNameLst>
                                      </p:cBhvr>
                                      <p:tavLst>
                                        <p:tav tm="0">
                                          <p:val>
                                            <p:strVal val="#ppt_y+.1"/>
                                          </p:val>
                                        </p:tav>
                                        <p:tav tm="100000">
                                          <p:val>
                                            <p:strVal val="#ppt_y"/>
                                          </p:val>
                                        </p:tav>
                                      </p:tavLst>
                                    </p:anim>
                                  </p:childTnLst>
                                </p:cTn>
                              </p:par>
                            </p:childTnLst>
                          </p:cTn>
                        </p:par>
                        <p:par>
                          <p:cTn id="23" fill="hold">
                            <p:stCondLst>
                              <p:cond delay="2500"/>
                            </p:stCondLst>
                            <p:childTnLst>
                              <p:par>
                                <p:cTn id="24" presetID="42" presetClass="entr" presetSubtype="0" fill="hold" nodeType="afterEffect">
                                  <p:stCondLst>
                                    <p:cond delay="0"/>
                                  </p:stCondLst>
                                  <p:childTnLst>
                                    <p:set>
                                      <p:cBhvr>
                                        <p:cTn id="25" dur="1" fill="hold">
                                          <p:stCondLst>
                                            <p:cond delay="0"/>
                                          </p:stCondLst>
                                        </p:cTn>
                                        <p:tgtEl>
                                          <p:spTgt spid="30"/>
                                        </p:tgtEl>
                                        <p:attrNameLst>
                                          <p:attrName>style.visibility</p:attrName>
                                        </p:attrNameLst>
                                      </p:cBhvr>
                                      <p:to>
                                        <p:strVal val="visible"/>
                                      </p:to>
                                    </p:set>
                                    <p:animEffect transition="in" filter="fade">
                                      <p:cBhvr>
                                        <p:cTn id="26" dur="1000"/>
                                        <p:tgtEl>
                                          <p:spTgt spid="30"/>
                                        </p:tgtEl>
                                      </p:cBhvr>
                                    </p:animEffect>
                                    <p:anim calcmode="lin" valueType="num">
                                      <p:cBhvr>
                                        <p:cTn id="27" dur="1000" fill="hold"/>
                                        <p:tgtEl>
                                          <p:spTgt spid="30"/>
                                        </p:tgtEl>
                                        <p:attrNameLst>
                                          <p:attrName>ppt_x</p:attrName>
                                        </p:attrNameLst>
                                      </p:cBhvr>
                                      <p:tavLst>
                                        <p:tav tm="0">
                                          <p:val>
                                            <p:strVal val="#ppt_x"/>
                                          </p:val>
                                        </p:tav>
                                        <p:tav tm="100000">
                                          <p:val>
                                            <p:strVal val="#ppt_x"/>
                                          </p:val>
                                        </p:tav>
                                      </p:tavLst>
                                    </p:anim>
                                    <p:anim calcmode="lin" valueType="num">
                                      <p:cBhvr>
                                        <p:cTn id="28" dur="1000" fill="hold"/>
                                        <p:tgtEl>
                                          <p:spTgt spid="30"/>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Office Teması">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1_Office Teması">
  <a:themeElements>
    <a:clrScheme name="Aydem Enerji">
      <a:dk1>
        <a:srgbClr val="000000"/>
      </a:dk1>
      <a:lt1>
        <a:srgbClr val="FFFFFF"/>
      </a:lt1>
      <a:dk2>
        <a:srgbClr val="44546A"/>
      </a:dk2>
      <a:lt2>
        <a:srgbClr val="E7E6E6"/>
      </a:lt2>
      <a:accent1>
        <a:srgbClr val="E86024"/>
      </a:accent1>
      <a:accent2>
        <a:srgbClr val="8E2A89"/>
      </a:accent2>
      <a:accent3>
        <a:srgbClr val="D21B5F"/>
      </a:accent3>
      <a:accent4>
        <a:srgbClr val="FFC000"/>
      </a:accent4>
      <a:accent5>
        <a:srgbClr val="E0DF00"/>
      </a:accent5>
      <a:accent6>
        <a:srgbClr val="70D34B"/>
      </a:accent6>
      <a:hlink>
        <a:srgbClr val="E2E2E2"/>
      </a:hlink>
      <a:folHlink>
        <a:srgbClr val="000001"/>
      </a:folHlink>
    </a:clrScheme>
    <a:fontScheme name="Office Teması">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eması">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2013 - 2022 Theme" id="{62F939B6-93AF-4DB8-9C6B-D6C7DFDC589F}" vid="{4A3C46E8-61CC-4603-A589-7422A47A8E4A}"/>
    </a:ext>
  </a:extLst>
</a:theme>
</file>

<file path=ppt/theme/theme3.xml><?xml version="1.0" encoding="utf-8"?>
<a:theme xmlns:a="http://schemas.openxmlformats.org/drawingml/2006/main" name="Office Teması">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item1.xml><?xml version="1.0" encoding="utf-8"?>
<titus xmlns="http://schemas.titus.com/TitusProperties/">
  <TitusGUID xmlns="">68d328af-815b-403a-ac16-8af95dfd9f9d</TitusGUID>
  <TitusMetadata xmlns="">eyJucyI6Imh0dHBzOlwvXC93d3cuYXlkZW1lbmVyamkuY29tLnRyXC8iLCJwcm9wcyI6W3sibiI6IkNsYXNzaWZpY2F0aW9uIiwidmFscyI6W3sidmFsdWUiOiJITzQwODJiYWVlODVhOGIzY2UyNjNlIn1dfSx7Im4iOiJLVktLIiwidmFscyI6W3sidmFsdWUiOiJLWTRiODk5NGM0MmMwZDVmZTY5NTNlIn1dfV19</TitusMetadata>
</titus>
</file>

<file path=customXml/itemProps1.xml><?xml version="1.0" encoding="utf-8"?>
<ds:datastoreItem xmlns:ds="http://schemas.openxmlformats.org/officeDocument/2006/customXml" ds:itemID="{3EF67264-2947-449B-8EE8-314679D9D144}">
  <ds:schemaRefs>
    <ds:schemaRef ds:uri="http://schemas.titus.com/TitusProperties/"/>
    <ds:schemaRef ds:uri=""/>
  </ds:schemaRefs>
</ds:datastoreItem>
</file>

<file path=docProps/app.xml><?xml version="1.0" encoding="utf-8"?>
<Properties xmlns="http://schemas.openxmlformats.org/officeDocument/2006/extended-properties" xmlns:vt="http://schemas.openxmlformats.org/officeDocument/2006/docPropsVTypes">
  <TotalTime>618</TotalTime>
  <Words>756</Words>
  <Application>Microsoft Office PowerPoint</Application>
  <PresentationFormat>Geniş ekran</PresentationFormat>
  <Paragraphs>171</Paragraphs>
  <Slides>17</Slides>
  <Notes>2</Notes>
  <HiddenSlides>1</HiddenSlides>
  <MMClips>0</MMClips>
  <ScaleCrop>false</ScaleCrop>
  <HeadingPairs>
    <vt:vector size="6" baseType="variant">
      <vt:variant>
        <vt:lpstr>Kullanılan Yazı Tipleri</vt:lpstr>
      </vt:variant>
      <vt:variant>
        <vt:i4>8</vt:i4>
      </vt:variant>
      <vt:variant>
        <vt:lpstr>Tema</vt:lpstr>
      </vt:variant>
      <vt:variant>
        <vt:i4>2</vt:i4>
      </vt:variant>
      <vt:variant>
        <vt:lpstr>Slayt Başlıkları</vt:lpstr>
      </vt:variant>
      <vt:variant>
        <vt:i4>17</vt:i4>
      </vt:variant>
    </vt:vector>
  </HeadingPairs>
  <TitlesOfParts>
    <vt:vector size="27" baseType="lpstr">
      <vt:lpstr>Aptos</vt:lpstr>
      <vt:lpstr>Aptos Display</vt:lpstr>
      <vt:lpstr>Arial</vt:lpstr>
      <vt:lpstr>Calibri</vt:lpstr>
      <vt:lpstr>Calibri</vt:lpstr>
      <vt:lpstr>Calibri Light</vt:lpstr>
      <vt:lpstr>GILROY-LIGHT</vt:lpstr>
      <vt:lpstr>Microsoft Sans Serif</vt:lpstr>
      <vt:lpstr>Office Teması</vt:lpstr>
      <vt:lpstr>1_Office Teması</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Can Bayram</dc:creator>
  <cp:keywords>Hizmete Özel, Kişisel Veri İçermez</cp:keywords>
  <cp:lastModifiedBy>Elif GÖKÇE</cp:lastModifiedBy>
  <cp:revision>25</cp:revision>
  <dcterms:created xsi:type="dcterms:W3CDTF">2026-02-06T16:01:16Z</dcterms:created>
  <dcterms:modified xsi:type="dcterms:W3CDTF">2026-09-10T07:38:51Z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TitusGUID">
    <vt:lpwstr>68d328af-815b-403a-ac16-8af95dfd9f9d</vt:lpwstr>
  </property>
  <property fmtid="{D5CDD505-2E9C-101B-9397-08002B2CF9AE}" pid="3" name="Retention">
    <vt:lpwstr>2036-09-07</vt:lpwstr>
  </property>
  <property fmtid="{D5CDD505-2E9C-101B-9397-08002B2CF9AE}" pid="4" name="ClassifierUsername">
    <vt:lpwstr>Osman YÜCEDAĞ </vt:lpwstr>
  </property>
  <property fmtid="{D5CDD505-2E9C-101B-9397-08002B2CF9AE}" pid="5" name="ClassifiedDateTime">
    <vt:lpwstr>12.02.2026_11:50</vt:lpwstr>
  </property>
  <property fmtid="{D5CDD505-2E9C-101B-9397-08002B2CF9AE}" pid="6" name="Classification">
    <vt:lpwstr>HO4082baee85a8b3ce263e</vt:lpwstr>
  </property>
  <property fmtid="{D5CDD505-2E9C-101B-9397-08002B2CF9AE}" pid="7" name="KVKK">
    <vt:lpwstr>KY4b8994c42c0d5fe6953e</vt:lpwstr>
  </property>
</Properties>
</file>